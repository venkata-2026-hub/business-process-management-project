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61" r:id="rId6"/>
    <p:sldId id="263" r:id="rId7"/>
    <p:sldId id="332" r:id="rId8"/>
    <p:sldId id="333" r:id="rId9"/>
    <p:sldId id="334" r:id="rId10"/>
    <p:sldId id="264" r:id="rId11"/>
    <p:sldId id="331" r:id="rId12"/>
    <p:sldId id="345" r:id="rId13"/>
    <p:sldId id="346" r:id="rId14"/>
    <p:sldId id="337" r:id="rId15"/>
    <p:sldId id="340" r:id="rId16"/>
    <p:sldId id="352" r:id="rId17"/>
    <p:sldId id="358" r:id="rId18"/>
    <p:sldId id="360" r:id="rId19"/>
    <p:sldId id="362" r:id="rId20"/>
    <p:sldId id="363" r:id="rId21"/>
    <p:sldId id="359" r:id="rId22"/>
    <p:sldId id="353" r:id="rId23"/>
    <p:sldId id="361" r:id="rId24"/>
    <p:sldId id="355" r:id="rId25"/>
    <p:sldId id="341" r:id="rId26"/>
    <p:sldId id="343" r:id="rId27"/>
    <p:sldId id="364" r:id="rId28"/>
    <p:sldId id="366" r:id="rId29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676767"/>
    <a:srgbClr val="7F7F7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78383-A215-54DC-A32A-C9BF91F9F0BB}" v="13" dt="2024-12-20T14:33:19.086"/>
    <p1510:client id="{5429F8DF-B932-8B48-BD86-FB53FA13BE60}" v="983" dt="2024-12-20T17:27:36.454"/>
    <p1510:client id="{6610D734-B7C5-3D40-2AE6-0609107D935C}" v="1" dt="2024-12-20T18:09:31.516"/>
    <p1510:client id="{730FEAD8-C5FD-6FCE-70AF-D5C6C440F330}" v="21" dt="2024-12-20T16:27:43.374"/>
    <p1510:client id="{DCE7F74E-9831-7518-541B-878729B36FBC}" v="188" dt="2024-12-20T16:57:33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Ramana Tella (s)" userId="S::venkataramana.tella@students.fhnw.ch::c44f77e3-20af-4435-a1b4-09b0e488bd00" providerId="AD" clId="Web-{6610D734-B7C5-3D40-2AE6-0609107D935C}"/>
    <pc:docChg chg="modSld">
      <pc:chgData name="Venkata Ramana Tella (s)" userId="S::venkataramana.tella@students.fhnw.ch::c44f77e3-20af-4435-a1b4-09b0e488bd00" providerId="AD" clId="Web-{6610D734-B7C5-3D40-2AE6-0609107D935C}" dt="2024-12-20T18:09:31.516" v="0" actId="14100"/>
      <pc:docMkLst>
        <pc:docMk/>
      </pc:docMkLst>
      <pc:sldChg chg="modSp">
        <pc:chgData name="Venkata Ramana Tella (s)" userId="S::venkataramana.tella@students.fhnw.ch::c44f77e3-20af-4435-a1b4-09b0e488bd00" providerId="AD" clId="Web-{6610D734-B7C5-3D40-2AE6-0609107D935C}" dt="2024-12-20T18:09:31.516" v="0" actId="14100"/>
        <pc:sldMkLst>
          <pc:docMk/>
          <pc:sldMk cId="834963519" sldId="264"/>
        </pc:sldMkLst>
        <pc:spChg chg="mod">
          <ac:chgData name="Venkata Ramana Tella (s)" userId="S::venkataramana.tella@students.fhnw.ch::c44f77e3-20af-4435-a1b4-09b0e488bd00" providerId="AD" clId="Web-{6610D734-B7C5-3D40-2AE6-0609107D935C}" dt="2024-12-20T18:09:31.516" v="0" actId="14100"/>
          <ac:spMkLst>
            <pc:docMk/>
            <pc:sldMk cId="834963519" sldId="264"/>
            <ac:spMk id="7" creationId="{BA18FE3F-6DBA-B2E1-6E17-E179E5895148}"/>
          </ac:spMkLst>
        </pc:spChg>
      </pc:sldChg>
    </pc:docChg>
  </pc:docChgLst>
  <pc:docChgLst>
    <pc:chgData name="Timo Grünenfelder (s)" userId="6dd4e91a-3212-45d1-aa5c-aa8b2c48d53e" providerId="ADAL" clId="{47907FE4-0DFA-6940-A27E-B78601D9EC6C}"/>
    <pc:docChg chg="custSel addSld delSld modSld">
      <pc:chgData name="Timo Grünenfelder (s)" userId="6dd4e91a-3212-45d1-aa5c-aa8b2c48d53e" providerId="ADAL" clId="{47907FE4-0DFA-6940-A27E-B78601D9EC6C}" dt="2024-09-22T08:05:23.627" v="143" actId="20577"/>
      <pc:docMkLst>
        <pc:docMk/>
      </pc:docMkLst>
      <pc:sldChg chg="modSp mod">
        <pc:chgData name="Timo Grünenfelder (s)" userId="6dd4e91a-3212-45d1-aa5c-aa8b2c48d53e" providerId="ADAL" clId="{47907FE4-0DFA-6940-A27E-B78601D9EC6C}" dt="2024-09-22T08:02:58.784" v="84" actId="20577"/>
        <pc:sldMkLst>
          <pc:docMk/>
          <pc:sldMk cId="3849575595" sldId="261"/>
        </pc:sldMkLst>
      </pc:sldChg>
      <pc:sldChg chg="modSp mod">
        <pc:chgData name="Timo Grünenfelder (s)" userId="6dd4e91a-3212-45d1-aa5c-aa8b2c48d53e" providerId="ADAL" clId="{47907FE4-0DFA-6940-A27E-B78601D9EC6C}" dt="2024-09-22T08:01:11.590" v="10" actId="20577"/>
        <pc:sldMkLst>
          <pc:docMk/>
          <pc:sldMk cId="1110700678" sldId="263"/>
        </pc:sldMkLst>
        <pc:spChg chg="mod">
          <ac:chgData name="Timo Grünenfelder (s)" userId="6dd4e91a-3212-45d1-aa5c-aa8b2c48d53e" providerId="ADAL" clId="{47907FE4-0DFA-6940-A27E-B78601D9EC6C}" dt="2024-09-22T08:01:07.482" v="5" actId="20577"/>
          <ac:spMkLst>
            <pc:docMk/>
            <pc:sldMk cId="1110700678" sldId="263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47907FE4-0DFA-6940-A27E-B78601D9EC6C}" dt="2024-09-22T08:01:11.590" v="10" actId="20577"/>
          <ac:spMkLst>
            <pc:docMk/>
            <pc:sldMk cId="1110700678" sldId="263"/>
            <ac:spMk id="4" creationId="{F7135149-A550-374C-B0FF-FFBAE2C08562}"/>
          </ac:spMkLst>
        </pc:spChg>
      </pc:sldChg>
      <pc:sldChg chg="modSp add mod">
        <pc:chgData name="Timo Grünenfelder (s)" userId="6dd4e91a-3212-45d1-aa5c-aa8b2c48d53e" providerId="ADAL" clId="{47907FE4-0DFA-6940-A27E-B78601D9EC6C}" dt="2024-09-22T08:03:18.719" v="103" actId="20577"/>
        <pc:sldMkLst>
          <pc:docMk/>
          <pc:sldMk cId="834963519" sldId="264"/>
        </pc:sldMkLst>
        <pc:spChg chg="mod">
          <ac:chgData name="Timo Grünenfelder (s)" userId="6dd4e91a-3212-45d1-aa5c-aa8b2c48d53e" providerId="ADAL" clId="{47907FE4-0DFA-6940-A27E-B78601D9EC6C}" dt="2024-09-22T08:03:10.513" v="90" actId="20577"/>
          <ac:spMkLst>
            <pc:docMk/>
            <pc:sldMk cId="834963519" sldId="264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47907FE4-0DFA-6940-A27E-B78601D9EC6C}" dt="2024-09-22T08:03:13.820" v="98" actId="20577"/>
          <ac:spMkLst>
            <pc:docMk/>
            <pc:sldMk cId="834963519" sldId="264"/>
            <ac:spMk id="3" creationId="{4CE2E1FC-656A-0C4E-95C7-DED0B13C79D0}"/>
          </ac:spMkLst>
        </pc:spChg>
        <pc:spChg chg="mod">
          <ac:chgData name="Timo Grünenfelder (s)" userId="6dd4e91a-3212-45d1-aa5c-aa8b2c48d53e" providerId="ADAL" clId="{47907FE4-0DFA-6940-A27E-B78601D9EC6C}" dt="2024-09-22T08:03:18.719" v="103" actId="20577"/>
          <ac:spMkLst>
            <pc:docMk/>
            <pc:sldMk cId="834963519" sldId="264"/>
            <ac:spMk id="4" creationId="{B714160A-1529-8644-81AD-BC2EBCABAACC}"/>
          </ac:spMkLst>
        </pc:spChg>
      </pc:sldChg>
      <pc:sldChg chg="modSp add mod">
        <pc:chgData name="Timo Grünenfelder (s)" userId="6dd4e91a-3212-45d1-aa5c-aa8b2c48d53e" providerId="ADAL" clId="{47907FE4-0DFA-6940-A27E-B78601D9EC6C}" dt="2024-09-22T08:04:24.804" v="131" actId="20577"/>
        <pc:sldMkLst>
          <pc:docMk/>
          <pc:sldMk cId="2972993023" sldId="271"/>
        </pc:sldMkLst>
      </pc:sldChg>
      <pc:sldChg chg="delSp modSp mod">
        <pc:chgData name="Timo Grünenfelder (s)" userId="6dd4e91a-3212-45d1-aa5c-aa8b2c48d53e" providerId="ADAL" clId="{47907FE4-0DFA-6940-A27E-B78601D9EC6C}" dt="2024-09-22T08:02:18.264" v="64" actId="20577"/>
        <pc:sldMkLst>
          <pc:docMk/>
          <pc:sldMk cId="1711298481" sldId="290"/>
        </pc:sldMkLst>
      </pc:sldChg>
      <pc:sldChg chg="modSp add del mod">
        <pc:chgData name="Timo Grünenfelder (s)" userId="6dd4e91a-3212-45d1-aa5c-aa8b2c48d53e" providerId="ADAL" clId="{47907FE4-0DFA-6940-A27E-B78601D9EC6C}" dt="2024-09-22T08:05:20.567" v="138" actId="2696"/>
        <pc:sldMkLst>
          <pc:docMk/>
          <pc:sldMk cId="1645109626" sldId="295"/>
        </pc:sldMkLst>
      </pc:sldChg>
      <pc:sldChg chg="modSp add mod">
        <pc:chgData name="Timo Grünenfelder (s)" userId="6dd4e91a-3212-45d1-aa5c-aa8b2c48d53e" providerId="ADAL" clId="{47907FE4-0DFA-6940-A27E-B78601D9EC6C}" dt="2024-09-22T08:03:43.942" v="119" actId="20577"/>
        <pc:sldMkLst>
          <pc:docMk/>
          <pc:sldMk cId="3418338759" sldId="302"/>
        </pc:sldMkLst>
      </pc:sldChg>
      <pc:sldChg chg="modSp add mod">
        <pc:chgData name="Timo Grünenfelder (s)" userId="6dd4e91a-3212-45d1-aa5c-aa8b2c48d53e" providerId="ADAL" clId="{47907FE4-0DFA-6940-A27E-B78601D9EC6C}" dt="2024-09-22T08:05:23.627" v="143" actId="20577"/>
        <pc:sldMkLst>
          <pc:docMk/>
          <pc:sldMk cId="2463194928" sldId="304"/>
        </pc:sldMkLst>
      </pc:sldChg>
      <pc:sldChg chg="modSp add mod">
        <pc:chgData name="Timo Grünenfelder (s)" userId="6dd4e91a-3212-45d1-aa5c-aa8b2c48d53e" providerId="ADAL" clId="{47907FE4-0DFA-6940-A27E-B78601D9EC6C}" dt="2024-09-22T08:04:50.047" v="136" actId="27636"/>
        <pc:sldMkLst>
          <pc:docMk/>
          <pc:sldMk cId="1268120695" sldId="308"/>
        </pc:sldMkLst>
      </pc:sldChg>
      <pc:sldChg chg="del">
        <pc:chgData name="Timo Grünenfelder (s)" userId="6dd4e91a-3212-45d1-aa5c-aa8b2c48d53e" providerId="ADAL" clId="{47907FE4-0DFA-6940-A27E-B78601D9EC6C}" dt="2024-09-22T08:01:50.248" v="20" actId="2696"/>
        <pc:sldMkLst>
          <pc:docMk/>
          <pc:sldMk cId="1317304747" sldId="310"/>
        </pc:sldMkLst>
      </pc:sldChg>
      <pc:sldChg chg="del">
        <pc:chgData name="Timo Grünenfelder (s)" userId="6dd4e91a-3212-45d1-aa5c-aa8b2c48d53e" providerId="ADAL" clId="{47907FE4-0DFA-6940-A27E-B78601D9EC6C}" dt="2024-09-22T08:01:22.897" v="13" actId="2696"/>
        <pc:sldMkLst>
          <pc:docMk/>
          <pc:sldMk cId="1564035357" sldId="311"/>
        </pc:sldMkLst>
      </pc:sldChg>
      <pc:sldChg chg="del">
        <pc:chgData name="Timo Grünenfelder (s)" userId="6dd4e91a-3212-45d1-aa5c-aa8b2c48d53e" providerId="ADAL" clId="{47907FE4-0DFA-6940-A27E-B78601D9EC6C}" dt="2024-09-22T08:01:22.903" v="15" actId="2696"/>
        <pc:sldMkLst>
          <pc:docMk/>
          <pc:sldMk cId="3357759944" sldId="313"/>
        </pc:sldMkLst>
      </pc:sldChg>
      <pc:sldChg chg="del">
        <pc:chgData name="Timo Grünenfelder (s)" userId="6dd4e91a-3212-45d1-aa5c-aa8b2c48d53e" providerId="ADAL" clId="{47907FE4-0DFA-6940-A27E-B78601D9EC6C}" dt="2024-09-22T08:01:22.892" v="12" actId="2696"/>
        <pc:sldMkLst>
          <pc:docMk/>
          <pc:sldMk cId="651042129" sldId="314"/>
        </pc:sldMkLst>
      </pc:sldChg>
      <pc:sldChg chg="del">
        <pc:chgData name="Timo Grünenfelder (s)" userId="6dd4e91a-3212-45d1-aa5c-aa8b2c48d53e" providerId="ADAL" clId="{47907FE4-0DFA-6940-A27E-B78601D9EC6C}" dt="2024-09-22T08:01:22.906" v="16" actId="2696"/>
        <pc:sldMkLst>
          <pc:docMk/>
          <pc:sldMk cId="3405622577" sldId="315"/>
        </pc:sldMkLst>
      </pc:sldChg>
      <pc:sldChg chg="del">
        <pc:chgData name="Timo Grünenfelder (s)" userId="6dd4e91a-3212-45d1-aa5c-aa8b2c48d53e" providerId="ADAL" clId="{47907FE4-0DFA-6940-A27E-B78601D9EC6C}" dt="2024-09-22T08:01:22.912" v="18" actId="2696"/>
        <pc:sldMkLst>
          <pc:docMk/>
          <pc:sldMk cId="4119499260" sldId="316"/>
        </pc:sldMkLst>
      </pc:sldChg>
      <pc:sldChg chg="del">
        <pc:chgData name="Timo Grünenfelder (s)" userId="6dd4e91a-3212-45d1-aa5c-aa8b2c48d53e" providerId="ADAL" clId="{47907FE4-0DFA-6940-A27E-B78601D9EC6C}" dt="2024-09-22T08:01:22.915" v="19" actId="2696"/>
        <pc:sldMkLst>
          <pc:docMk/>
          <pc:sldMk cId="3887412773" sldId="317"/>
        </pc:sldMkLst>
      </pc:sldChg>
      <pc:sldChg chg="del">
        <pc:chgData name="Timo Grünenfelder (s)" userId="6dd4e91a-3212-45d1-aa5c-aa8b2c48d53e" providerId="ADAL" clId="{47907FE4-0DFA-6940-A27E-B78601D9EC6C}" dt="2024-09-22T08:01:22.909" v="17" actId="2696"/>
        <pc:sldMkLst>
          <pc:docMk/>
          <pc:sldMk cId="548230745" sldId="318"/>
        </pc:sldMkLst>
      </pc:sldChg>
      <pc:sldChg chg="del">
        <pc:chgData name="Timo Grünenfelder (s)" userId="6dd4e91a-3212-45d1-aa5c-aa8b2c48d53e" providerId="ADAL" clId="{47907FE4-0DFA-6940-A27E-B78601D9EC6C}" dt="2024-09-22T08:01:22.899" v="14" actId="2696"/>
        <pc:sldMkLst>
          <pc:docMk/>
          <pc:sldMk cId="3561037505" sldId="319"/>
        </pc:sldMkLst>
      </pc:sldChg>
      <pc:sldChg chg="del">
        <pc:chgData name="Timo Grünenfelder (s)" userId="6dd4e91a-3212-45d1-aa5c-aa8b2c48d53e" providerId="ADAL" clId="{47907FE4-0DFA-6940-A27E-B78601D9EC6C}" dt="2024-09-22T08:01:50.265" v="30" actId="2696"/>
        <pc:sldMkLst>
          <pc:docMk/>
          <pc:sldMk cId="1655176108" sldId="320"/>
        </pc:sldMkLst>
      </pc:sldChg>
      <pc:sldChg chg="del">
        <pc:chgData name="Timo Grünenfelder (s)" userId="6dd4e91a-3212-45d1-aa5c-aa8b2c48d53e" providerId="ADAL" clId="{47907FE4-0DFA-6940-A27E-B78601D9EC6C}" dt="2024-09-22T08:01:50.259" v="25" actId="2696"/>
        <pc:sldMkLst>
          <pc:docMk/>
          <pc:sldMk cId="2666735907" sldId="321"/>
        </pc:sldMkLst>
      </pc:sldChg>
      <pc:sldChg chg="del">
        <pc:chgData name="Timo Grünenfelder (s)" userId="6dd4e91a-3212-45d1-aa5c-aa8b2c48d53e" providerId="ADAL" clId="{47907FE4-0DFA-6940-A27E-B78601D9EC6C}" dt="2024-09-22T08:01:50.264" v="29" actId="2696"/>
        <pc:sldMkLst>
          <pc:docMk/>
          <pc:sldMk cId="2825062132" sldId="322"/>
        </pc:sldMkLst>
      </pc:sldChg>
      <pc:sldChg chg="del">
        <pc:chgData name="Timo Grünenfelder (s)" userId="6dd4e91a-3212-45d1-aa5c-aa8b2c48d53e" providerId="ADAL" clId="{47907FE4-0DFA-6940-A27E-B78601D9EC6C}" dt="2024-09-22T08:01:50.354" v="41" actId="2696"/>
        <pc:sldMkLst>
          <pc:docMk/>
          <pc:sldMk cId="1342169257" sldId="323"/>
        </pc:sldMkLst>
      </pc:sldChg>
      <pc:sldChg chg="del">
        <pc:chgData name="Timo Grünenfelder (s)" userId="6dd4e91a-3212-45d1-aa5c-aa8b2c48d53e" providerId="ADAL" clId="{47907FE4-0DFA-6940-A27E-B78601D9EC6C}" dt="2024-09-22T08:01:50.261" v="27" actId="2696"/>
        <pc:sldMkLst>
          <pc:docMk/>
          <pc:sldMk cId="2123356108" sldId="324"/>
        </pc:sldMkLst>
      </pc:sldChg>
      <pc:sldChg chg="del">
        <pc:chgData name="Timo Grünenfelder (s)" userId="6dd4e91a-3212-45d1-aa5c-aa8b2c48d53e" providerId="ADAL" clId="{47907FE4-0DFA-6940-A27E-B78601D9EC6C}" dt="2024-09-22T08:01:50.297" v="37" actId="2696"/>
        <pc:sldMkLst>
          <pc:docMk/>
          <pc:sldMk cId="1815998756" sldId="325"/>
        </pc:sldMkLst>
      </pc:sldChg>
      <pc:sldChg chg="del">
        <pc:chgData name="Timo Grünenfelder (s)" userId="6dd4e91a-3212-45d1-aa5c-aa8b2c48d53e" providerId="ADAL" clId="{47907FE4-0DFA-6940-A27E-B78601D9EC6C}" dt="2024-09-22T08:01:50.341" v="40" actId="2696"/>
        <pc:sldMkLst>
          <pc:docMk/>
          <pc:sldMk cId="1393834476" sldId="326"/>
        </pc:sldMkLst>
      </pc:sldChg>
      <pc:sldChg chg="del">
        <pc:chgData name="Timo Grünenfelder (s)" userId="6dd4e91a-3212-45d1-aa5c-aa8b2c48d53e" providerId="ADAL" clId="{47907FE4-0DFA-6940-A27E-B78601D9EC6C}" dt="2024-09-22T08:01:50.255" v="23" actId="2696"/>
        <pc:sldMkLst>
          <pc:docMk/>
          <pc:sldMk cId="3528763113" sldId="327"/>
        </pc:sldMkLst>
      </pc:sldChg>
      <pc:sldChg chg="del">
        <pc:chgData name="Timo Grünenfelder (s)" userId="6dd4e91a-3212-45d1-aa5c-aa8b2c48d53e" providerId="ADAL" clId="{47907FE4-0DFA-6940-A27E-B78601D9EC6C}" dt="2024-09-22T08:01:22.888" v="11" actId="2696"/>
        <pc:sldMkLst>
          <pc:docMk/>
          <pc:sldMk cId="2120333019" sldId="328"/>
        </pc:sldMkLst>
      </pc:sldChg>
      <pc:sldChg chg="del">
        <pc:chgData name="Timo Grünenfelder (s)" userId="6dd4e91a-3212-45d1-aa5c-aa8b2c48d53e" providerId="ADAL" clId="{47907FE4-0DFA-6940-A27E-B78601D9EC6C}" dt="2024-09-22T08:01:50.262" v="28" actId="2696"/>
        <pc:sldMkLst>
          <pc:docMk/>
          <pc:sldMk cId="2359503951" sldId="329"/>
        </pc:sldMkLst>
      </pc:sldChg>
      <pc:sldChg chg="modSp mod">
        <pc:chgData name="Timo Grünenfelder (s)" userId="6dd4e91a-3212-45d1-aa5c-aa8b2c48d53e" providerId="ADAL" clId="{47907FE4-0DFA-6940-A27E-B78601D9EC6C}" dt="2024-09-22T08:02:00.463" v="52" actId="20577"/>
        <pc:sldMkLst>
          <pc:docMk/>
          <pc:sldMk cId="579555073" sldId="330"/>
        </pc:sldMkLst>
      </pc:sldChg>
      <pc:sldChg chg="del">
        <pc:chgData name="Timo Grünenfelder (s)" userId="6dd4e91a-3212-45d1-aa5c-aa8b2c48d53e" providerId="ADAL" clId="{47907FE4-0DFA-6940-A27E-B78601D9EC6C}" dt="2024-09-22T08:01:50.253" v="22" actId="2696"/>
        <pc:sldMkLst>
          <pc:docMk/>
          <pc:sldMk cId="1595023754" sldId="332"/>
        </pc:sldMkLst>
      </pc:sldChg>
      <pc:sldChg chg="del">
        <pc:chgData name="Timo Grünenfelder (s)" userId="6dd4e91a-3212-45d1-aa5c-aa8b2c48d53e" providerId="ADAL" clId="{47907FE4-0DFA-6940-A27E-B78601D9EC6C}" dt="2024-09-22T08:01:50.278" v="31" actId="2696"/>
        <pc:sldMkLst>
          <pc:docMk/>
          <pc:sldMk cId="3971134874" sldId="333"/>
        </pc:sldMkLst>
      </pc:sldChg>
      <pc:sldChg chg="del">
        <pc:chgData name="Timo Grünenfelder (s)" userId="6dd4e91a-3212-45d1-aa5c-aa8b2c48d53e" providerId="ADAL" clId="{47907FE4-0DFA-6940-A27E-B78601D9EC6C}" dt="2024-09-22T08:01:50.257" v="24" actId="2696"/>
        <pc:sldMkLst>
          <pc:docMk/>
          <pc:sldMk cId="264355596" sldId="334"/>
        </pc:sldMkLst>
      </pc:sldChg>
      <pc:sldChg chg="del">
        <pc:chgData name="Timo Grünenfelder (s)" userId="6dd4e91a-3212-45d1-aa5c-aa8b2c48d53e" providerId="ADAL" clId="{47907FE4-0DFA-6940-A27E-B78601D9EC6C}" dt="2024-09-22T08:01:50.284" v="35" actId="2696"/>
        <pc:sldMkLst>
          <pc:docMk/>
          <pc:sldMk cId="2066116374" sldId="335"/>
        </pc:sldMkLst>
      </pc:sldChg>
      <pc:sldChg chg="del">
        <pc:chgData name="Timo Grünenfelder (s)" userId="6dd4e91a-3212-45d1-aa5c-aa8b2c48d53e" providerId="ADAL" clId="{47907FE4-0DFA-6940-A27E-B78601D9EC6C}" dt="2024-09-22T08:01:50.251" v="21" actId="2696"/>
        <pc:sldMkLst>
          <pc:docMk/>
          <pc:sldMk cId="3401663091" sldId="336"/>
        </pc:sldMkLst>
      </pc:sldChg>
      <pc:sldChg chg="del">
        <pc:chgData name="Timo Grünenfelder (s)" userId="6dd4e91a-3212-45d1-aa5c-aa8b2c48d53e" providerId="ADAL" clId="{47907FE4-0DFA-6940-A27E-B78601D9EC6C}" dt="2024-09-22T08:01:50.279" v="32" actId="2696"/>
        <pc:sldMkLst>
          <pc:docMk/>
          <pc:sldMk cId="4225277403" sldId="337"/>
        </pc:sldMkLst>
      </pc:sldChg>
      <pc:sldChg chg="del">
        <pc:chgData name="Timo Grünenfelder (s)" userId="6dd4e91a-3212-45d1-aa5c-aa8b2c48d53e" providerId="ADAL" clId="{47907FE4-0DFA-6940-A27E-B78601D9EC6C}" dt="2024-09-22T08:00:58.727" v="0" actId="2696"/>
        <pc:sldMkLst>
          <pc:docMk/>
          <pc:sldMk cId="280078083" sldId="338"/>
        </pc:sldMkLst>
      </pc:sldChg>
      <pc:sldChg chg="del">
        <pc:chgData name="Timo Grünenfelder (s)" userId="6dd4e91a-3212-45d1-aa5c-aa8b2c48d53e" providerId="ADAL" clId="{47907FE4-0DFA-6940-A27E-B78601D9EC6C}" dt="2024-09-22T08:01:50.281" v="33" actId="2696"/>
        <pc:sldMkLst>
          <pc:docMk/>
          <pc:sldMk cId="287449335" sldId="339"/>
        </pc:sldMkLst>
      </pc:sldChg>
      <pc:sldChg chg="del">
        <pc:chgData name="Timo Grünenfelder (s)" userId="6dd4e91a-3212-45d1-aa5c-aa8b2c48d53e" providerId="ADAL" clId="{47907FE4-0DFA-6940-A27E-B78601D9EC6C}" dt="2024-09-22T08:01:50.260" v="26" actId="2696"/>
        <pc:sldMkLst>
          <pc:docMk/>
          <pc:sldMk cId="2357102837" sldId="340"/>
        </pc:sldMkLst>
      </pc:sldChg>
      <pc:sldChg chg="del">
        <pc:chgData name="Timo Grünenfelder (s)" userId="6dd4e91a-3212-45d1-aa5c-aa8b2c48d53e" providerId="ADAL" clId="{47907FE4-0DFA-6940-A27E-B78601D9EC6C}" dt="2024-09-22T08:01:50.330" v="39" actId="2696"/>
        <pc:sldMkLst>
          <pc:docMk/>
          <pc:sldMk cId="3631236064" sldId="341"/>
        </pc:sldMkLst>
      </pc:sldChg>
      <pc:sldChg chg="del">
        <pc:chgData name="Timo Grünenfelder (s)" userId="6dd4e91a-3212-45d1-aa5c-aa8b2c48d53e" providerId="ADAL" clId="{47907FE4-0DFA-6940-A27E-B78601D9EC6C}" dt="2024-09-22T08:01:50.295" v="36" actId="2696"/>
        <pc:sldMkLst>
          <pc:docMk/>
          <pc:sldMk cId="3722909306" sldId="342"/>
        </pc:sldMkLst>
      </pc:sldChg>
      <pc:sldChg chg="del">
        <pc:chgData name="Timo Grünenfelder (s)" userId="6dd4e91a-3212-45d1-aa5c-aa8b2c48d53e" providerId="ADAL" clId="{47907FE4-0DFA-6940-A27E-B78601D9EC6C}" dt="2024-09-22T08:01:50.315" v="38" actId="2696"/>
        <pc:sldMkLst>
          <pc:docMk/>
          <pc:sldMk cId="345462420" sldId="343"/>
        </pc:sldMkLst>
      </pc:sldChg>
      <pc:sldChg chg="del">
        <pc:chgData name="Timo Grünenfelder (s)" userId="6dd4e91a-3212-45d1-aa5c-aa8b2c48d53e" providerId="ADAL" clId="{47907FE4-0DFA-6940-A27E-B78601D9EC6C}" dt="2024-09-22T08:01:50.282" v="34" actId="2696"/>
        <pc:sldMkLst>
          <pc:docMk/>
          <pc:sldMk cId="4270840758" sldId="344"/>
        </pc:sldMkLst>
      </pc:sldChg>
    </pc:docChg>
  </pc:docChgLst>
  <pc:docChgLst>
    <pc:chgData name="Venkata Ramana Tella (s)" userId="S::venkataramana.tella@students.fhnw.ch::c44f77e3-20af-4435-a1b4-09b0e488bd00" providerId="AD" clId="Web-{730FEAD8-C5FD-6FCE-70AF-D5C6C440F330}"/>
    <pc:docChg chg="modSld">
      <pc:chgData name="Venkata Ramana Tella (s)" userId="S::venkataramana.tella@students.fhnw.ch::c44f77e3-20af-4435-a1b4-09b0e488bd00" providerId="AD" clId="Web-{730FEAD8-C5FD-6FCE-70AF-D5C6C440F330}" dt="2024-12-20T16:27:43.374" v="18" actId="14100"/>
      <pc:docMkLst>
        <pc:docMk/>
      </pc:docMkLst>
      <pc:sldChg chg="modSp">
        <pc:chgData name="Venkata Ramana Tella (s)" userId="S::venkataramana.tella@students.fhnw.ch::c44f77e3-20af-4435-a1b4-09b0e488bd00" providerId="AD" clId="Web-{730FEAD8-C5FD-6FCE-70AF-D5C6C440F330}" dt="2024-12-20T16:24:46.371" v="0" actId="14100"/>
        <pc:sldMkLst>
          <pc:docMk/>
          <pc:sldMk cId="1110700678" sldId="263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4:46.371" v="0" actId="14100"/>
          <ac:spMkLst>
            <pc:docMk/>
            <pc:sldMk cId="1110700678" sldId="263"/>
            <ac:spMk id="4" creationId="{F7135149-A550-374C-B0FF-FFBAE2C08562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5:31.231" v="6" actId="14100"/>
        <pc:sldMkLst>
          <pc:docMk/>
          <pc:sldMk cId="3154545545" sldId="335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5:31.231" v="6" actId="14100"/>
          <ac:spMkLst>
            <pc:docMk/>
            <pc:sldMk cId="3154545545" sldId="335"/>
            <ac:spMk id="9" creationId="{023E3A7D-C8F9-48B0-4259-ED6EF64A5D9A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6:04.669" v="8" actId="14100"/>
        <pc:sldMkLst>
          <pc:docMk/>
          <pc:sldMk cId="2070803510" sldId="337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6:04.669" v="8" actId="14100"/>
          <ac:spMkLst>
            <pc:docMk/>
            <pc:sldMk cId="2070803510" sldId="337"/>
            <ac:spMk id="4" creationId="{724DB42E-7E49-52DE-C3A1-109340C3C097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6:13.810" v="9" actId="14100"/>
        <pc:sldMkLst>
          <pc:docMk/>
          <pc:sldMk cId="167163104" sldId="340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6:13.810" v="9" actId="14100"/>
          <ac:spMkLst>
            <pc:docMk/>
            <pc:sldMk cId="167163104" sldId="340"/>
            <ac:spMk id="4" creationId="{0271625C-ADF7-6F4E-BEA9-D0DB5447D27B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7:43.374" v="18" actId="14100"/>
        <pc:sldMkLst>
          <pc:docMk/>
          <pc:sldMk cId="2086257683" sldId="341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7:43.374" v="18" actId="14100"/>
          <ac:spMkLst>
            <pc:docMk/>
            <pc:sldMk cId="2086257683" sldId="341"/>
            <ac:spMk id="4" creationId="{C0B5AA8F-7564-B28B-FF24-D46E7BED0A3B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5:53.622" v="7" actId="14100"/>
        <pc:sldMkLst>
          <pc:docMk/>
          <pc:sldMk cId="4142554092" sldId="345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5:53.622" v="7" actId="14100"/>
          <ac:spMkLst>
            <pc:docMk/>
            <pc:sldMk cId="4142554092" sldId="345"/>
            <ac:spMk id="4" creationId="{5945FAFF-0495-987F-4E69-45CE36646B81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6:24.060" v="10" actId="14100"/>
        <pc:sldMkLst>
          <pc:docMk/>
          <pc:sldMk cId="2332174700" sldId="352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6:24.060" v="10" actId="14100"/>
          <ac:spMkLst>
            <pc:docMk/>
            <pc:sldMk cId="2332174700" sldId="352"/>
            <ac:spMk id="4" creationId="{6AEB8D27-21EE-7182-26CB-46615F3D3BB8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7:35.452" v="17" actId="14100"/>
        <pc:sldMkLst>
          <pc:docMk/>
          <pc:sldMk cId="1243369643" sldId="355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7:35.452" v="17" actId="14100"/>
          <ac:spMkLst>
            <pc:docMk/>
            <pc:sldMk cId="1243369643" sldId="355"/>
            <ac:spMk id="4" creationId="{F073BDE7-04CC-08A4-03A1-05D9A6B1C9E2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6:36.842" v="11" actId="14100"/>
        <pc:sldMkLst>
          <pc:docMk/>
          <pc:sldMk cId="4006861173" sldId="358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6:36.842" v="11" actId="14100"/>
          <ac:spMkLst>
            <pc:docMk/>
            <pc:sldMk cId="4006861173" sldId="358"/>
            <ac:spMk id="4" creationId="{D33051AA-AF5B-7869-60F0-F0B523F92D72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7:18.562" v="15" actId="14100"/>
        <pc:sldMkLst>
          <pc:docMk/>
          <pc:sldMk cId="1663125079" sldId="359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7:18.562" v="15" actId="14100"/>
          <ac:spMkLst>
            <pc:docMk/>
            <pc:sldMk cId="1663125079" sldId="359"/>
            <ac:spMk id="4" creationId="{EFD2D2D6-4C8B-6E91-669A-AFE9802A9EE7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6:45.780" v="12" actId="14100"/>
        <pc:sldMkLst>
          <pc:docMk/>
          <pc:sldMk cId="2910386520" sldId="360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6:45.780" v="12" actId="14100"/>
          <ac:spMkLst>
            <pc:docMk/>
            <pc:sldMk cId="2910386520" sldId="360"/>
            <ac:spMk id="4" creationId="{EDF0B75A-8A6E-802C-42A1-464897BC2373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7:25.827" v="16" actId="14100"/>
        <pc:sldMkLst>
          <pc:docMk/>
          <pc:sldMk cId="921898892" sldId="361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7:25.827" v="16" actId="14100"/>
          <ac:spMkLst>
            <pc:docMk/>
            <pc:sldMk cId="921898892" sldId="361"/>
            <ac:spMk id="4" creationId="{1F3AB9B8-24B7-04C7-49C9-19A6EF640F57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7:02.030" v="13" actId="14100"/>
        <pc:sldMkLst>
          <pc:docMk/>
          <pc:sldMk cId="1200462137" sldId="362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7:02.030" v="13" actId="14100"/>
          <ac:spMkLst>
            <pc:docMk/>
            <pc:sldMk cId="1200462137" sldId="362"/>
            <ac:spMk id="4" creationId="{7B975BD9-FF0A-52C3-C879-474ABBCA1944}"/>
          </ac:spMkLst>
        </pc:spChg>
      </pc:sldChg>
      <pc:sldChg chg="modSp">
        <pc:chgData name="Venkata Ramana Tella (s)" userId="S::venkataramana.tella@students.fhnw.ch::c44f77e3-20af-4435-a1b4-09b0e488bd00" providerId="AD" clId="Web-{730FEAD8-C5FD-6FCE-70AF-D5C6C440F330}" dt="2024-12-20T16:27:10.202" v="14" actId="14100"/>
        <pc:sldMkLst>
          <pc:docMk/>
          <pc:sldMk cId="952954955" sldId="363"/>
        </pc:sldMkLst>
        <pc:spChg chg="mod">
          <ac:chgData name="Venkata Ramana Tella (s)" userId="S::venkataramana.tella@students.fhnw.ch::c44f77e3-20af-4435-a1b4-09b0e488bd00" providerId="AD" clId="Web-{730FEAD8-C5FD-6FCE-70AF-D5C6C440F330}" dt="2024-12-20T16:27:10.202" v="14" actId="14100"/>
          <ac:spMkLst>
            <pc:docMk/>
            <pc:sldMk cId="952954955" sldId="363"/>
            <ac:spMk id="4" creationId="{4243C83C-F5A1-93B8-4C58-E701BC82D368}"/>
          </ac:spMkLst>
        </pc:spChg>
      </pc:sldChg>
    </pc:docChg>
  </pc:docChgLst>
  <pc:docChgLst>
    <pc:chgData name="Timo Grünenfelder (s)" userId="6dd4e91a-3212-45d1-aa5c-aa8b2c48d53e" providerId="ADAL" clId="{5429F8DF-B932-8B48-BD86-FB53FA13BE60}"/>
    <pc:docChg chg="undo custSel addSld delSld modSld sldOrd">
      <pc:chgData name="Timo Grünenfelder (s)" userId="6dd4e91a-3212-45d1-aa5c-aa8b2c48d53e" providerId="ADAL" clId="{5429F8DF-B932-8B48-BD86-FB53FA13BE60}" dt="2024-12-20T17:27:36.454" v="1990" actId="113"/>
      <pc:docMkLst>
        <pc:docMk/>
      </pc:docMkLst>
      <pc:sldChg chg="addSp modSp mod">
        <pc:chgData name="Timo Grünenfelder (s)" userId="6dd4e91a-3212-45d1-aa5c-aa8b2c48d53e" providerId="ADAL" clId="{5429F8DF-B932-8B48-BD86-FB53FA13BE60}" dt="2024-12-20T17:27:36.454" v="1990" actId="113"/>
        <pc:sldMkLst>
          <pc:docMk/>
          <pc:sldMk cId="403477305" sldId="256"/>
        </pc:sldMkLst>
        <pc:spChg chg="mod">
          <ac:chgData name="Timo Grünenfelder (s)" userId="6dd4e91a-3212-45d1-aa5c-aa8b2c48d53e" providerId="ADAL" clId="{5429F8DF-B932-8B48-BD86-FB53FA13BE60}" dt="2024-12-20T17:27:36.454" v="1990" actId="113"/>
          <ac:spMkLst>
            <pc:docMk/>
            <pc:sldMk cId="403477305" sldId="256"/>
            <ac:spMk id="2" creationId="{161D69B6-C88F-7940-B32C-A71EAD3245E0}"/>
          </ac:spMkLst>
        </pc:spChg>
        <pc:spChg chg="mod">
          <ac:chgData name="Timo Grünenfelder (s)" userId="6dd4e91a-3212-45d1-aa5c-aa8b2c48d53e" providerId="ADAL" clId="{5429F8DF-B932-8B48-BD86-FB53FA13BE60}" dt="2024-12-20T17:19:19.030" v="1897" actId="20577"/>
          <ac:spMkLst>
            <pc:docMk/>
            <pc:sldMk cId="403477305" sldId="256"/>
            <ac:spMk id="3" creationId="{4A8BDE6E-7DE2-4145-94D3-DA7382921559}"/>
          </ac:spMkLst>
        </pc:spChg>
        <pc:picChg chg="add mod">
          <ac:chgData name="Timo Grünenfelder (s)" userId="6dd4e91a-3212-45d1-aa5c-aa8b2c48d53e" providerId="ADAL" clId="{5429F8DF-B932-8B48-BD86-FB53FA13BE60}" dt="2024-12-20T17:26:19.401" v="1983" actId="1037"/>
          <ac:picMkLst>
            <pc:docMk/>
            <pc:sldMk cId="403477305" sldId="256"/>
            <ac:picMk id="4" creationId="{58C3F058-0BE4-9CAA-87D1-E9DF2C3794CD}"/>
          </ac:picMkLst>
        </pc:picChg>
        <pc:picChg chg="add mod">
          <ac:chgData name="Timo Grünenfelder (s)" userId="6dd4e91a-3212-45d1-aa5c-aa8b2c48d53e" providerId="ADAL" clId="{5429F8DF-B932-8B48-BD86-FB53FA13BE60}" dt="2024-12-20T17:26:19.401" v="1983" actId="1037"/>
          <ac:picMkLst>
            <pc:docMk/>
            <pc:sldMk cId="403477305" sldId="256"/>
            <ac:picMk id="6" creationId="{52A6478B-357D-6E8C-8CF7-94903E897A16}"/>
          </ac:picMkLst>
        </pc:picChg>
        <pc:picChg chg="add mod">
          <ac:chgData name="Timo Grünenfelder (s)" userId="6dd4e91a-3212-45d1-aa5c-aa8b2c48d53e" providerId="ADAL" clId="{5429F8DF-B932-8B48-BD86-FB53FA13BE60}" dt="2024-12-20T17:26:19.401" v="1983" actId="1037"/>
          <ac:picMkLst>
            <pc:docMk/>
            <pc:sldMk cId="403477305" sldId="256"/>
            <ac:picMk id="1026" creationId="{46DE4320-19EA-AA75-1C68-D76DD7BD848E}"/>
          </ac:picMkLst>
        </pc:picChg>
      </pc:sldChg>
      <pc:sldChg chg="addSp delSp modSp mod">
        <pc:chgData name="Timo Grünenfelder (s)" userId="6dd4e91a-3212-45d1-aa5c-aa8b2c48d53e" providerId="ADAL" clId="{5429F8DF-B932-8B48-BD86-FB53FA13BE60}" dt="2024-12-20T16:52:36.132" v="1795"/>
        <pc:sldMkLst>
          <pc:docMk/>
          <pc:sldMk cId="3849575595" sldId="261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3849575595" sldId="261"/>
            <ac:spMk id="2" creationId="{214873BB-72A8-D748-858E-947AF79CC2CA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3849575595" sldId="261"/>
            <ac:spMk id="3" creationId="{E5BDC7E9-1CD1-3DA3-AFD0-FA3A2911A929}"/>
          </ac:spMkLst>
        </pc:spChg>
        <pc:spChg chg="add 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3849575595" sldId="261"/>
            <ac:spMk id="4" creationId="{357CE7CF-0AB5-3645-354B-1D482AB0A1C8}"/>
          </ac:spMkLst>
        </pc:spChg>
        <pc:spChg chg="del mod">
          <ac:chgData name="Timo Grünenfelder (s)" userId="6dd4e91a-3212-45d1-aa5c-aa8b2c48d53e" providerId="ADAL" clId="{5429F8DF-B932-8B48-BD86-FB53FA13BE60}" dt="2024-12-20T15:55:50.186" v="1685" actId="478"/>
          <ac:spMkLst>
            <pc:docMk/>
            <pc:sldMk cId="3849575595" sldId="261"/>
            <ac:spMk id="9" creationId="{0EEE6E0E-C6B5-5047-AF35-4B1E95F12785}"/>
          </ac:spMkLst>
        </pc:spChg>
      </pc:sldChg>
      <pc:sldChg chg="addSp delSp modSp mod ord">
        <pc:chgData name="Timo Grünenfelder (s)" userId="6dd4e91a-3212-45d1-aa5c-aa8b2c48d53e" providerId="ADAL" clId="{5429F8DF-B932-8B48-BD86-FB53FA13BE60}" dt="2024-12-20T17:15:42.005" v="1847" actId="20577"/>
        <pc:sldMkLst>
          <pc:docMk/>
          <pc:sldMk cId="1110700678" sldId="263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110700678" sldId="263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110700678" sldId="263"/>
            <ac:spMk id="3" creationId="{4CE2E1FC-656A-0C4E-95C7-DED0B13C79D0}"/>
          </ac:spMkLst>
        </pc:spChg>
        <pc:spChg chg="del mod">
          <ac:chgData name="Timo Grünenfelder (s)" userId="6dd4e91a-3212-45d1-aa5c-aa8b2c48d53e" providerId="ADAL" clId="{5429F8DF-B932-8B48-BD86-FB53FA13BE60}" dt="2024-12-20T17:15:27.992" v="1842" actId="478"/>
          <ac:spMkLst>
            <pc:docMk/>
            <pc:sldMk cId="1110700678" sldId="263"/>
            <ac:spMk id="4" creationId="{F7135149-A550-374C-B0FF-FFBAE2C08562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110700678" sldId="263"/>
            <ac:spMk id="5" creationId="{C8AF3E14-C442-D84B-BEF2-2FE29BBC2DCE}"/>
          </ac:spMkLst>
        </pc:spChg>
        <pc:spChg chg="add del mod">
          <ac:chgData name="Timo Grünenfelder (s)" userId="6dd4e91a-3212-45d1-aa5c-aa8b2c48d53e" providerId="ADAL" clId="{5429F8DF-B932-8B48-BD86-FB53FA13BE60}" dt="2024-12-19T16:11:24.879" v="456"/>
          <ac:spMkLst>
            <pc:docMk/>
            <pc:sldMk cId="1110700678" sldId="263"/>
            <ac:spMk id="7" creationId="{1BC8D743-E39B-8007-C435-27AB9E4E101F}"/>
          </ac:spMkLst>
        </pc:spChg>
        <pc:spChg chg="add mod">
          <ac:chgData name="Timo Grünenfelder (s)" userId="6dd4e91a-3212-45d1-aa5c-aa8b2c48d53e" providerId="ADAL" clId="{5429F8DF-B932-8B48-BD86-FB53FA13BE60}" dt="2024-12-20T17:15:42.005" v="1847" actId="20577"/>
          <ac:spMkLst>
            <pc:docMk/>
            <pc:sldMk cId="1110700678" sldId="263"/>
            <ac:spMk id="8" creationId="{128FD7F4-A0B5-015A-5A9A-B83B243D0E46}"/>
          </ac:spMkLst>
        </pc:spChg>
      </pc:sldChg>
      <pc:sldChg chg="addSp delSp modSp mod">
        <pc:chgData name="Timo Grünenfelder (s)" userId="6dd4e91a-3212-45d1-aa5c-aa8b2c48d53e" providerId="ADAL" clId="{5429F8DF-B932-8B48-BD86-FB53FA13BE60}" dt="2024-12-20T16:52:36.132" v="1795"/>
        <pc:sldMkLst>
          <pc:docMk/>
          <pc:sldMk cId="834963519" sldId="264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834963519" sldId="264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834963519" sldId="264"/>
            <ac:spMk id="3" creationId="{4CE2E1FC-656A-0C4E-95C7-DED0B13C79D0}"/>
          </ac:spMkLst>
        </pc:spChg>
        <pc:spChg chg="del mod">
          <ac:chgData name="Timo Grünenfelder (s)" userId="6dd4e91a-3212-45d1-aa5c-aa8b2c48d53e" providerId="ADAL" clId="{5429F8DF-B932-8B48-BD86-FB53FA13BE60}" dt="2024-12-20T16:50:36.118" v="1791" actId="478"/>
          <ac:spMkLst>
            <pc:docMk/>
            <pc:sldMk cId="834963519" sldId="264"/>
            <ac:spMk id="4" creationId="{B714160A-1529-8644-81AD-BC2EBCABAACC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834963519" sldId="264"/>
            <ac:spMk id="5" creationId="{D5DFDAF5-61EA-BFEF-CF59-5E32E4808D0B}"/>
          </ac:spMkLst>
        </pc:spChg>
        <pc:spChg chg="add mod">
          <ac:chgData name="Timo Grünenfelder (s)" userId="6dd4e91a-3212-45d1-aa5c-aa8b2c48d53e" providerId="ADAL" clId="{5429F8DF-B932-8B48-BD86-FB53FA13BE60}" dt="2024-12-20T16:50:45.473" v="1793" actId="108"/>
          <ac:spMkLst>
            <pc:docMk/>
            <pc:sldMk cId="834963519" sldId="264"/>
            <ac:spMk id="7" creationId="{BA18FE3F-6DBA-B2E1-6E17-E179E5895148}"/>
          </ac:spMkLst>
        </pc:spChg>
      </pc:sldChg>
      <pc:sldChg chg="modSp del mod">
        <pc:chgData name="Timo Grünenfelder (s)" userId="6dd4e91a-3212-45d1-aa5c-aa8b2c48d53e" providerId="ADAL" clId="{5429F8DF-B932-8B48-BD86-FB53FA13BE60}" dt="2024-12-19T15:25:48.370" v="200" actId="2696"/>
        <pc:sldMkLst>
          <pc:docMk/>
          <pc:sldMk cId="2972993023" sldId="271"/>
        </pc:sldMkLst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972993023" sldId="271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972993023" sldId="271"/>
            <ac:spMk id="3" creationId="{4CE2E1FC-656A-0C4E-95C7-DED0B13C79D0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972993023" sldId="271"/>
            <ac:spMk id="4" creationId="{B714160A-1529-8644-81AD-BC2EBCABAACC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972993023" sldId="271"/>
            <ac:spMk id="6" creationId="{1EC4B666-25E4-485A-ED35-3BBBC8127827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972993023" sldId="271"/>
            <ac:spMk id="7" creationId="{B7DD1249-595A-5542-8AAB-7F96AB4B676E}"/>
          </ac:spMkLst>
        </pc:spChg>
      </pc:sldChg>
      <pc:sldChg chg="add del">
        <pc:chgData name="Timo Grünenfelder (s)" userId="6dd4e91a-3212-45d1-aa5c-aa8b2c48d53e" providerId="ADAL" clId="{5429F8DF-B932-8B48-BD86-FB53FA13BE60}" dt="2024-12-19T15:57:17.471" v="376"/>
        <pc:sldMkLst>
          <pc:docMk/>
          <pc:sldMk cId="69538754" sldId="290"/>
        </pc:sldMkLst>
      </pc:sldChg>
      <pc:sldChg chg="addSp delSp modSp del mod ord">
        <pc:chgData name="Timo Grünenfelder (s)" userId="6dd4e91a-3212-45d1-aa5c-aa8b2c48d53e" providerId="ADAL" clId="{5429F8DF-B932-8B48-BD86-FB53FA13BE60}" dt="2024-12-19T15:55:09.263" v="313" actId="2696"/>
        <pc:sldMkLst>
          <pc:docMk/>
          <pc:sldMk cId="1711298481" sldId="290"/>
        </pc:sldMkLst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1711298481" sldId="290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1711298481" sldId="290"/>
            <ac:spMk id="3" creationId="{D8217CCB-687A-DFEC-C2A8-05EE04E9FDD7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1711298481" sldId="290"/>
            <ac:spMk id="4" creationId="{F7135149-A550-374C-B0FF-FFBAE2C08562}"/>
          </ac:spMkLst>
        </pc:spChg>
        <pc:spChg chg="mod">
          <ac:chgData name="Timo Grünenfelder (s)" userId="6dd4e91a-3212-45d1-aa5c-aa8b2c48d53e" providerId="ADAL" clId="{5429F8DF-B932-8B48-BD86-FB53FA13BE60}" dt="2024-12-19T15:29:27.434" v="205"/>
          <ac:spMkLst>
            <pc:docMk/>
            <pc:sldMk cId="1711298481" sldId="290"/>
            <ac:spMk id="5" creationId="{A575DD2B-3E24-3140-9276-A58A9803A0BA}"/>
          </ac:spMkLst>
        </pc:spChg>
        <pc:spChg chg="del">
          <ac:chgData name="Timo Grünenfelder (s)" userId="6dd4e91a-3212-45d1-aa5c-aa8b2c48d53e" providerId="ADAL" clId="{5429F8DF-B932-8B48-BD86-FB53FA13BE60}" dt="2024-12-19T14:38:31.562" v="156" actId="478"/>
          <ac:spMkLst>
            <pc:docMk/>
            <pc:sldMk cId="1711298481" sldId="290"/>
            <ac:spMk id="7" creationId="{DEE96A2D-BC73-8C0B-F813-3031C97F2064}"/>
          </ac:spMkLst>
        </pc:spChg>
        <pc:spChg chg="add del mod">
          <ac:chgData name="Timo Grünenfelder (s)" userId="6dd4e91a-3212-45d1-aa5c-aa8b2c48d53e" providerId="ADAL" clId="{5429F8DF-B932-8B48-BD86-FB53FA13BE60}" dt="2024-12-19T14:36:45.519" v="136" actId="478"/>
          <ac:spMkLst>
            <pc:docMk/>
            <pc:sldMk cId="1711298481" sldId="290"/>
            <ac:spMk id="8" creationId="{590CBF2F-76E5-5C6C-F858-8E6DDA22C65E}"/>
          </ac:spMkLst>
        </pc:spChg>
      </pc:sldChg>
      <pc:sldChg chg="modSp del mod">
        <pc:chgData name="Timo Grünenfelder (s)" userId="6dd4e91a-3212-45d1-aa5c-aa8b2c48d53e" providerId="ADAL" clId="{5429F8DF-B932-8B48-BD86-FB53FA13BE60}" dt="2024-12-19T16:10:51.390" v="442" actId="2696"/>
        <pc:sldMkLst>
          <pc:docMk/>
          <pc:sldMk cId="3418338759" sldId="302"/>
        </pc:sldMkLst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3418338759" sldId="302"/>
            <ac:spMk id="2" creationId="{59F73D30-E3B3-743F-8C4E-D45E90473751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3418338759" sldId="302"/>
            <ac:spMk id="3" creationId="{EE98AD56-9EB8-1541-8393-B8A593962B84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3418338759" sldId="302"/>
            <ac:spMk id="4" creationId="{5C0DE2DF-EC02-BA4D-AFFE-8DAEC958A2FF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3418338759" sldId="302"/>
            <ac:spMk id="6" creationId="{5FE8D4E6-9499-DB4B-B7F2-E8F40A061810}"/>
          </ac:spMkLst>
        </pc:spChg>
      </pc:sldChg>
      <pc:sldChg chg="modSp del mod">
        <pc:chgData name="Timo Grünenfelder (s)" userId="6dd4e91a-3212-45d1-aa5c-aa8b2c48d53e" providerId="ADAL" clId="{5429F8DF-B932-8B48-BD86-FB53FA13BE60}" dt="2024-12-19T15:25:48.363" v="199" actId="2696"/>
        <pc:sldMkLst>
          <pc:docMk/>
          <pc:sldMk cId="2463194928" sldId="304"/>
        </pc:sldMkLst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463194928" sldId="304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463194928" sldId="304"/>
            <ac:spMk id="3" creationId="{4CE2E1FC-656A-0C4E-95C7-DED0B13C79D0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463194928" sldId="304"/>
            <ac:spMk id="4" creationId="{B714160A-1529-8644-81AD-BC2EBCABAACC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463194928" sldId="304"/>
            <ac:spMk id="6" creationId="{EC5946A3-3B44-3B5D-BA68-D1D6967E9AB7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463194928" sldId="304"/>
            <ac:spMk id="7" creationId="{B7DD1249-595A-5542-8AAB-7F96AB4B676E}"/>
          </ac:spMkLst>
        </pc:spChg>
      </pc:sldChg>
      <pc:sldChg chg="modSp del mod">
        <pc:chgData name="Timo Grünenfelder (s)" userId="6dd4e91a-3212-45d1-aa5c-aa8b2c48d53e" providerId="ADAL" clId="{5429F8DF-B932-8B48-BD86-FB53FA13BE60}" dt="2024-12-19T15:25:48.375" v="201" actId="2696"/>
        <pc:sldMkLst>
          <pc:docMk/>
          <pc:sldMk cId="1268120695" sldId="308"/>
        </pc:sldMkLst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1268120695" sldId="308"/>
            <ac:spMk id="2" creationId="{8F471876-1B7D-0256-D7F1-877CD5D55D9D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1268120695" sldId="308"/>
            <ac:spMk id="3" creationId="{B6002E79-86B0-264A-9194-68DF996C5161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1268120695" sldId="308"/>
            <ac:spMk id="4" creationId="{3F06F063-1990-C141-8349-09DED7FB1838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1268120695" sldId="308"/>
            <ac:spMk id="5" creationId="{6340F9FE-4A83-0344-96FB-6FDEA87FF6C4}"/>
          </ac:spMkLst>
        </pc:spChg>
      </pc:sldChg>
      <pc:sldChg chg="modSp del mod">
        <pc:chgData name="Timo Grünenfelder (s)" userId="6dd4e91a-3212-45d1-aa5c-aa8b2c48d53e" providerId="ADAL" clId="{5429F8DF-B932-8B48-BD86-FB53FA13BE60}" dt="2024-12-19T16:10:51.401" v="443" actId="2696"/>
        <pc:sldMkLst>
          <pc:docMk/>
          <pc:sldMk cId="579555073" sldId="330"/>
        </pc:sldMkLst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579555073" sldId="330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579555073" sldId="330"/>
            <ac:spMk id="3" creationId="{1556E338-832E-D73B-7F0D-312A9DB74FD1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579555073" sldId="330"/>
            <ac:spMk id="4" creationId="{F7135149-A550-374C-B0FF-FFBAE2C08562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579555073" sldId="330"/>
            <ac:spMk id="5" creationId="{A575DD2B-3E24-3140-9276-A58A9803A0BA}"/>
          </ac:spMkLst>
        </pc:spChg>
      </pc:sldChg>
      <pc:sldChg chg="addSp delSp modSp add mod">
        <pc:chgData name="Timo Grünenfelder (s)" userId="6dd4e91a-3212-45d1-aa5c-aa8b2c48d53e" providerId="ADAL" clId="{5429F8DF-B932-8B48-BD86-FB53FA13BE60}" dt="2024-12-20T17:24:16.205" v="1922" actId="108"/>
        <pc:sldMkLst>
          <pc:docMk/>
          <pc:sldMk cId="4210507694" sldId="331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4210507694" sldId="331"/>
            <ac:spMk id="2" creationId="{5B141851-7577-7449-C21B-5F032F119C90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4210507694" sldId="331"/>
            <ac:spMk id="3" creationId="{DFA94106-C541-7FBF-9C80-AF4FB494750C}"/>
          </ac:spMkLst>
        </pc:spChg>
        <pc:spChg chg="del mod">
          <ac:chgData name="Timo Grünenfelder (s)" userId="6dd4e91a-3212-45d1-aa5c-aa8b2c48d53e" providerId="ADAL" clId="{5429F8DF-B932-8B48-BD86-FB53FA13BE60}" dt="2024-12-20T16:50:22.996" v="1788" actId="478"/>
          <ac:spMkLst>
            <pc:docMk/>
            <pc:sldMk cId="4210507694" sldId="331"/>
            <ac:spMk id="4" creationId="{57969D2C-BD33-7055-CADE-EAF762FD622F}"/>
          </ac:spMkLst>
        </pc:spChg>
        <pc:spChg chg="mod">
          <ac:chgData name="Timo Grünenfelder (s)" userId="6dd4e91a-3212-45d1-aa5c-aa8b2c48d53e" providerId="ADAL" clId="{5429F8DF-B932-8B48-BD86-FB53FA13BE60}" dt="2024-12-20T17:24:16.205" v="1922" actId="108"/>
          <ac:spMkLst>
            <pc:docMk/>
            <pc:sldMk cId="4210507694" sldId="331"/>
            <ac:spMk id="5" creationId="{5A177D00-D72D-D48D-44A2-B59262C72B6A}"/>
          </ac:spMkLst>
        </pc:spChg>
        <pc:spChg chg="add del mod">
          <ac:chgData name="Timo Grünenfelder (s)" userId="6dd4e91a-3212-45d1-aa5c-aa8b2c48d53e" providerId="ADAL" clId="{5429F8DF-B932-8B48-BD86-FB53FA13BE60}" dt="2024-12-19T14:56:15.989" v="190"/>
          <ac:spMkLst>
            <pc:docMk/>
            <pc:sldMk cId="4210507694" sldId="331"/>
            <ac:spMk id="6" creationId="{BD153215-40F4-EDE3-A207-C363BE351920}"/>
          </ac:spMkLst>
        </pc:spChg>
        <pc:spChg chg="del mod">
          <ac:chgData name="Timo Grünenfelder (s)" userId="6dd4e91a-3212-45d1-aa5c-aa8b2c48d53e" providerId="ADAL" clId="{5429F8DF-B932-8B48-BD86-FB53FA13BE60}" dt="2024-12-19T15:55:00.950" v="311" actId="478"/>
          <ac:spMkLst>
            <pc:docMk/>
            <pc:sldMk cId="4210507694" sldId="331"/>
            <ac:spMk id="7" creationId="{0901F7A6-D0B6-ABEF-0D40-6F8F6A217A26}"/>
          </ac:spMkLst>
        </pc:spChg>
        <pc:spChg chg="add del mod">
          <ac:chgData name="Timo Grünenfelder (s)" userId="6dd4e91a-3212-45d1-aa5c-aa8b2c48d53e" providerId="ADAL" clId="{5429F8DF-B932-8B48-BD86-FB53FA13BE60}" dt="2024-12-20T17:16:38.733" v="1855" actId="478"/>
          <ac:spMkLst>
            <pc:docMk/>
            <pc:sldMk cId="4210507694" sldId="331"/>
            <ac:spMk id="8" creationId="{1B7920F7-A3A6-55C9-C822-C615C588AAAA}"/>
          </ac:spMkLst>
        </pc:spChg>
        <pc:spChg chg="add mod">
          <ac:chgData name="Timo Grünenfelder (s)" userId="6dd4e91a-3212-45d1-aa5c-aa8b2c48d53e" providerId="ADAL" clId="{5429F8DF-B932-8B48-BD86-FB53FA13BE60}" dt="2024-12-20T17:16:48.346" v="1857" actId="108"/>
          <ac:spMkLst>
            <pc:docMk/>
            <pc:sldMk cId="4210507694" sldId="331"/>
            <ac:spMk id="9" creationId="{BC516EF9-8ED6-8A6D-315D-15ABE3B8C55B}"/>
          </ac:spMkLst>
        </pc:spChg>
      </pc:sldChg>
      <pc:sldChg chg="addSp delSp modSp mod">
        <pc:chgData name="Timo Grünenfelder (s)" userId="6dd4e91a-3212-45d1-aa5c-aa8b2c48d53e" providerId="ADAL" clId="{5429F8DF-B932-8B48-BD86-FB53FA13BE60}" dt="2024-12-20T17:25:05.676" v="1939" actId="20577"/>
        <pc:sldMkLst>
          <pc:docMk/>
          <pc:sldMk cId="199777186" sldId="332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99777186" sldId="332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99777186" sldId="332"/>
            <ac:spMk id="3" creationId="{1556E338-832E-D73B-7F0D-312A9DB74FD1}"/>
          </ac:spMkLst>
        </pc:spChg>
        <pc:spChg chg="del mod">
          <ac:chgData name="Timo Grünenfelder (s)" userId="6dd4e91a-3212-45d1-aa5c-aa8b2c48d53e" providerId="ADAL" clId="{5429F8DF-B932-8B48-BD86-FB53FA13BE60}" dt="2024-12-20T17:15:49.652" v="1848" actId="478"/>
          <ac:spMkLst>
            <pc:docMk/>
            <pc:sldMk cId="199777186" sldId="332"/>
            <ac:spMk id="4" creationId="{F7135149-A550-374C-B0FF-FFBAE2C08562}"/>
          </ac:spMkLst>
        </pc:spChg>
        <pc:spChg chg="mod">
          <ac:chgData name="Timo Grünenfelder (s)" userId="6dd4e91a-3212-45d1-aa5c-aa8b2c48d53e" providerId="ADAL" clId="{5429F8DF-B932-8B48-BD86-FB53FA13BE60}" dt="2024-12-20T17:25:05.676" v="1939" actId="20577"/>
          <ac:spMkLst>
            <pc:docMk/>
            <pc:sldMk cId="199777186" sldId="332"/>
            <ac:spMk id="5" creationId="{A575DD2B-3E24-3140-9276-A58A9803A0BA}"/>
          </ac:spMkLst>
        </pc:spChg>
        <pc:spChg chg="add del mod">
          <ac:chgData name="Timo Grünenfelder (s)" userId="6dd4e91a-3212-45d1-aa5c-aa8b2c48d53e" providerId="ADAL" clId="{5429F8DF-B932-8B48-BD86-FB53FA13BE60}" dt="2024-12-19T16:11:33.283" v="463"/>
          <ac:spMkLst>
            <pc:docMk/>
            <pc:sldMk cId="199777186" sldId="332"/>
            <ac:spMk id="6" creationId="{25C5ABCD-973D-3DC2-44C5-98D743CB36A1}"/>
          </ac:spMkLst>
        </pc:spChg>
        <pc:spChg chg="add mod">
          <ac:chgData name="Timo Grünenfelder (s)" userId="6dd4e91a-3212-45d1-aa5c-aa8b2c48d53e" providerId="ADAL" clId="{5429F8DF-B932-8B48-BD86-FB53FA13BE60}" dt="2024-12-20T17:16:06.265" v="1850" actId="108"/>
          <ac:spMkLst>
            <pc:docMk/>
            <pc:sldMk cId="199777186" sldId="332"/>
            <ac:spMk id="7" creationId="{7324EF46-D30D-1BA5-8058-B1BE613A4D4F}"/>
          </ac:spMkLst>
        </pc:spChg>
      </pc:sldChg>
      <pc:sldChg chg="addSp delSp modSp mod">
        <pc:chgData name="Timo Grünenfelder (s)" userId="6dd4e91a-3212-45d1-aa5c-aa8b2c48d53e" providerId="ADAL" clId="{5429F8DF-B932-8B48-BD86-FB53FA13BE60}" dt="2024-12-20T17:16:13.636" v="1852"/>
        <pc:sldMkLst>
          <pc:docMk/>
          <pc:sldMk cId="2045077738" sldId="333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45077738" sldId="333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45077738" sldId="333"/>
            <ac:spMk id="3" creationId="{1556E338-832E-D73B-7F0D-312A9DB74FD1}"/>
          </ac:spMkLst>
        </pc:spChg>
        <pc:spChg chg="del mod">
          <ac:chgData name="Timo Grünenfelder (s)" userId="6dd4e91a-3212-45d1-aa5c-aa8b2c48d53e" providerId="ADAL" clId="{5429F8DF-B932-8B48-BD86-FB53FA13BE60}" dt="2024-12-20T17:16:13.039" v="1851" actId="478"/>
          <ac:spMkLst>
            <pc:docMk/>
            <pc:sldMk cId="2045077738" sldId="333"/>
            <ac:spMk id="4" creationId="{F7135149-A550-374C-B0FF-FFBAE2C08562}"/>
          </ac:spMkLst>
        </pc:spChg>
        <pc:spChg chg="add del mod">
          <ac:chgData name="Timo Grünenfelder (s)" userId="6dd4e91a-3212-45d1-aa5c-aa8b2c48d53e" providerId="ADAL" clId="{5429F8DF-B932-8B48-BD86-FB53FA13BE60}" dt="2024-12-19T16:11:45.972" v="477"/>
          <ac:spMkLst>
            <pc:docMk/>
            <pc:sldMk cId="2045077738" sldId="333"/>
            <ac:spMk id="5" creationId="{D73D4251-0192-9FB0-70DB-5E1D7D53D199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045077738" sldId="333"/>
            <ac:spMk id="7" creationId="{E4C395FA-CCB7-1826-9F4B-2E4E86C2CBA0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045077738" sldId="333"/>
            <ac:spMk id="8" creationId="{F750D2BF-0660-347C-28B2-F75E98BCE1F4}"/>
          </ac:spMkLst>
        </pc:spChg>
        <pc:spChg chg="add mod">
          <ac:chgData name="Timo Grünenfelder (s)" userId="6dd4e91a-3212-45d1-aa5c-aa8b2c48d53e" providerId="ADAL" clId="{5429F8DF-B932-8B48-BD86-FB53FA13BE60}" dt="2024-12-20T17:16:13.636" v="1852"/>
          <ac:spMkLst>
            <pc:docMk/>
            <pc:sldMk cId="2045077738" sldId="333"/>
            <ac:spMk id="9" creationId="{92578E9F-B57F-9C6E-0BB6-7A51CD4D5D96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045077738" sldId="333"/>
            <ac:spMk id="10" creationId="{7432BB0E-8A4E-7243-D2D5-CA1EDB534471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2045077738" sldId="333"/>
            <ac:spMk id="11" creationId="{F00DA9A5-BFB3-F385-E80E-A79F86B60879}"/>
          </ac:spMkLst>
        </pc:spChg>
      </pc:sldChg>
      <pc:sldChg chg="addSp delSp modSp mod">
        <pc:chgData name="Timo Grünenfelder (s)" userId="6dd4e91a-3212-45d1-aa5c-aa8b2c48d53e" providerId="ADAL" clId="{5429F8DF-B932-8B48-BD86-FB53FA13BE60}" dt="2024-12-20T17:25:47.146" v="1943" actId="27636"/>
        <pc:sldMkLst>
          <pc:docMk/>
          <pc:sldMk cId="2267426141" sldId="334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267426141" sldId="334"/>
            <ac:spMk id="2" creationId="{F4A85586-EB6F-A345-B78A-084EEA52403C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267426141" sldId="334"/>
            <ac:spMk id="3" creationId="{1556E338-832E-D73B-7F0D-312A9DB74FD1}"/>
          </ac:spMkLst>
        </pc:spChg>
        <pc:spChg chg="del mod">
          <ac:chgData name="Timo Grünenfelder (s)" userId="6dd4e91a-3212-45d1-aa5c-aa8b2c48d53e" providerId="ADAL" clId="{5429F8DF-B932-8B48-BD86-FB53FA13BE60}" dt="2024-12-20T17:16:17.210" v="1853" actId="478"/>
          <ac:spMkLst>
            <pc:docMk/>
            <pc:sldMk cId="2267426141" sldId="334"/>
            <ac:spMk id="4" creationId="{F7135149-A550-374C-B0FF-FFBAE2C08562}"/>
          </ac:spMkLst>
        </pc:spChg>
        <pc:spChg chg="mod">
          <ac:chgData name="Timo Grünenfelder (s)" userId="6dd4e91a-3212-45d1-aa5c-aa8b2c48d53e" providerId="ADAL" clId="{5429F8DF-B932-8B48-BD86-FB53FA13BE60}" dt="2024-12-20T17:25:47.146" v="1943" actId="27636"/>
          <ac:spMkLst>
            <pc:docMk/>
            <pc:sldMk cId="2267426141" sldId="334"/>
            <ac:spMk id="5" creationId="{A575DD2B-3E24-3140-9276-A58A9803A0BA}"/>
          </ac:spMkLst>
        </pc:spChg>
        <pc:spChg chg="add del mod">
          <ac:chgData name="Timo Grünenfelder (s)" userId="6dd4e91a-3212-45d1-aa5c-aa8b2c48d53e" providerId="ADAL" clId="{5429F8DF-B932-8B48-BD86-FB53FA13BE60}" dt="2024-12-19T16:11:45.758" v="475"/>
          <ac:spMkLst>
            <pc:docMk/>
            <pc:sldMk cId="2267426141" sldId="334"/>
            <ac:spMk id="6" creationId="{6F4BADC6-2274-B022-F922-8D9FF10403D8}"/>
          </ac:spMkLst>
        </pc:spChg>
        <pc:spChg chg="add mod">
          <ac:chgData name="Timo Grünenfelder (s)" userId="6dd4e91a-3212-45d1-aa5c-aa8b2c48d53e" providerId="ADAL" clId="{5429F8DF-B932-8B48-BD86-FB53FA13BE60}" dt="2024-12-20T17:16:17.700" v="1854"/>
          <ac:spMkLst>
            <pc:docMk/>
            <pc:sldMk cId="2267426141" sldId="334"/>
            <ac:spMk id="7" creationId="{0F081763-53F7-F301-0AD1-7BA8DF3ABB65}"/>
          </ac:spMkLst>
        </pc:spChg>
      </pc:sldChg>
      <pc:sldChg chg="modSp add del mod ord">
        <pc:chgData name="Timo Grünenfelder (s)" userId="6dd4e91a-3212-45d1-aa5c-aa8b2c48d53e" providerId="ADAL" clId="{5429F8DF-B932-8B48-BD86-FB53FA13BE60}" dt="2024-12-20T16:55:47.367" v="1799" actId="2696"/>
        <pc:sldMkLst>
          <pc:docMk/>
          <pc:sldMk cId="3154545545" sldId="335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3154545545" sldId="335"/>
            <ac:spMk id="2" creationId="{D72AD3EC-A359-311B-84E2-29006A6721C0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3154545545" sldId="335"/>
            <ac:spMk id="3" creationId="{2CA76282-EBC5-8966-DB53-ABC8E69999B8}"/>
          </ac:spMkLst>
        </pc:spChg>
        <pc:spChg chg="mod">
          <ac:chgData name="Timo Grünenfelder (s)" userId="6dd4e91a-3212-45d1-aa5c-aa8b2c48d53e" providerId="ADAL" clId="{5429F8DF-B932-8B48-BD86-FB53FA13BE60}" dt="2024-12-19T15:02:33.157" v="196" actId="790"/>
          <ac:spMkLst>
            <pc:docMk/>
            <pc:sldMk cId="3154545545" sldId="335"/>
            <ac:spMk id="9" creationId="{023E3A7D-C8F9-48B0-4259-ED6EF64A5D9A}"/>
          </ac:spMkLst>
        </pc:spChg>
      </pc:sldChg>
      <pc:sldChg chg="modSp add del mod">
        <pc:chgData name="Timo Grünenfelder (s)" userId="6dd4e91a-3212-45d1-aa5c-aa8b2c48d53e" providerId="ADAL" clId="{5429F8DF-B932-8B48-BD86-FB53FA13BE60}" dt="2024-12-19T15:57:27.912" v="380" actId="2696"/>
        <pc:sldMkLst>
          <pc:docMk/>
          <pc:sldMk cId="297041267" sldId="336"/>
        </pc:sldMkLst>
        <pc:spChg chg="mod">
          <ac:chgData name="Timo Grünenfelder (s)" userId="6dd4e91a-3212-45d1-aa5c-aa8b2c48d53e" providerId="ADAL" clId="{5429F8DF-B932-8B48-BD86-FB53FA13BE60}" dt="2024-12-19T15:55:16.341" v="327" actId="20577"/>
          <ac:spMkLst>
            <pc:docMk/>
            <pc:sldMk cId="297041267" sldId="336"/>
            <ac:spMk id="2" creationId="{9958E49B-3018-5616-F6AB-DC4ED29E6F9A}"/>
          </ac:spMkLst>
        </pc:spChg>
        <pc:spChg chg="mod">
          <ac:chgData name="Timo Grünenfelder (s)" userId="6dd4e91a-3212-45d1-aa5c-aa8b2c48d53e" providerId="ADAL" clId="{5429F8DF-B932-8B48-BD86-FB53FA13BE60}" dt="2024-12-19T15:51:43.974" v="308" actId="20577"/>
          <ac:spMkLst>
            <pc:docMk/>
            <pc:sldMk cId="297041267" sldId="336"/>
            <ac:spMk id="5" creationId="{C54CFF86-5290-C05D-494F-BEB5F3021868}"/>
          </ac:spMkLst>
        </pc:spChg>
      </pc:sldChg>
      <pc:sldChg chg="addSp delSp modSp add mod modNotesTx">
        <pc:chgData name="Timo Grünenfelder (s)" userId="6dd4e91a-3212-45d1-aa5c-aa8b2c48d53e" providerId="ADAL" clId="{5429F8DF-B932-8B48-BD86-FB53FA13BE60}" dt="2024-12-20T17:17:03.229" v="1863"/>
        <pc:sldMkLst>
          <pc:docMk/>
          <pc:sldMk cId="2070803510" sldId="337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70803510" sldId="337"/>
            <ac:spMk id="2" creationId="{58125D01-D1AD-EC6F-4161-98FA3CB64FF8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70803510" sldId="337"/>
            <ac:spMk id="3" creationId="{3B745E3B-BC80-1829-DCA6-FA69945DBA7C}"/>
          </ac:spMkLst>
        </pc:spChg>
        <pc:spChg chg="del">
          <ac:chgData name="Timo Grünenfelder (s)" userId="6dd4e91a-3212-45d1-aa5c-aa8b2c48d53e" providerId="ADAL" clId="{5429F8DF-B932-8B48-BD86-FB53FA13BE60}" dt="2024-12-20T17:17:02.816" v="1862" actId="478"/>
          <ac:spMkLst>
            <pc:docMk/>
            <pc:sldMk cId="2070803510" sldId="337"/>
            <ac:spMk id="4" creationId="{724DB42E-7E49-52DE-C3A1-109340C3C097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70803510" sldId="337"/>
            <ac:spMk id="5" creationId="{317D154E-D1A9-1AD1-E2F8-6C1C93AFDB16}"/>
          </ac:spMkLst>
        </pc:spChg>
        <pc:spChg chg="add mod">
          <ac:chgData name="Timo Grünenfelder (s)" userId="6dd4e91a-3212-45d1-aa5c-aa8b2c48d53e" providerId="ADAL" clId="{5429F8DF-B932-8B48-BD86-FB53FA13BE60}" dt="2024-12-20T17:17:03.229" v="1863"/>
          <ac:spMkLst>
            <pc:docMk/>
            <pc:sldMk cId="2070803510" sldId="337"/>
            <ac:spMk id="6" creationId="{26F3B2A6-102B-876E-B7A5-4E27F80F00AA}"/>
          </ac:spMkLst>
        </pc:spChg>
      </pc:sldChg>
      <pc:sldChg chg="modSp add del mod ord">
        <pc:chgData name="Timo Grünenfelder (s)" userId="6dd4e91a-3212-45d1-aa5c-aa8b2c48d53e" providerId="ADAL" clId="{5429F8DF-B932-8B48-BD86-FB53FA13BE60}" dt="2024-12-19T15:55:07.879" v="312" actId="2696"/>
        <pc:sldMkLst>
          <pc:docMk/>
          <pc:sldMk cId="2632186663" sldId="337"/>
        </pc:sldMkLst>
        <pc:spChg chg="mod">
          <ac:chgData name="Timo Grünenfelder (s)" userId="6dd4e91a-3212-45d1-aa5c-aa8b2c48d53e" providerId="ADAL" clId="{5429F8DF-B932-8B48-BD86-FB53FA13BE60}" dt="2024-12-19T15:32:42.487" v="288" actId="20577"/>
          <ac:spMkLst>
            <pc:docMk/>
            <pc:sldMk cId="2632186663" sldId="337"/>
            <ac:spMk id="2" creationId="{5D8956B0-2E9B-2393-92C3-AF93CB3AB11A}"/>
          </ac:spMkLst>
        </pc:spChg>
      </pc:sldChg>
      <pc:sldChg chg="modSp add del mod">
        <pc:chgData name="Timo Grünenfelder (s)" userId="6dd4e91a-3212-45d1-aa5c-aa8b2c48d53e" providerId="ADAL" clId="{5429F8DF-B932-8B48-BD86-FB53FA13BE60}" dt="2024-12-19T16:30:10.635" v="617" actId="2696"/>
        <pc:sldMkLst>
          <pc:docMk/>
          <pc:sldMk cId="1152538903" sldId="338"/>
        </pc:sldMkLst>
        <pc:spChg chg="mod">
          <ac:chgData name="Timo Grünenfelder (s)" userId="6dd4e91a-3212-45d1-aa5c-aa8b2c48d53e" providerId="ADAL" clId="{5429F8DF-B932-8B48-BD86-FB53FA13BE60}" dt="2024-12-19T16:15:43.261" v="505" actId="113"/>
          <ac:spMkLst>
            <pc:docMk/>
            <pc:sldMk cId="1152538903" sldId="338"/>
            <ac:spMk id="5" creationId="{932F3A0A-154F-8827-0A77-7C0E18254F84}"/>
          </ac:spMkLst>
        </pc:spChg>
      </pc:sldChg>
      <pc:sldChg chg="add del">
        <pc:chgData name="Timo Grünenfelder (s)" userId="6dd4e91a-3212-45d1-aa5c-aa8b2c48d53e" providerId="ADAL" clId="{5429F8DF-B932-8B48-BD86-FB53FA13BE60}" dt="2024-12-19T16:03:12.649" v="435" actId="2696"/>
        <pc:sldMkLst>
          <pc:docMk/>
          <pc:sldMk cId="1492385757" sldId="338"/>
        </pc:sldMkLst>
      </pc:sldChg>
      <pc:sldChg chg="modSp add del mod">
        <pc:chgData name="Timo Grünenfelder (s)" userId="6dd4e91a-3212-45d1-aa5c-aa8b2c48d53e" providerId="ADAL" clId="{5429F8DF-B932-8B48-BD86-FB53FA13BE60}" dt="2024-12-19T16:30:10.634" v="616" actId="2696"/>
        <pc:sldMkLst>
          <pc:docMk/>
          <pc:sldMk cId="870985037" sldId="339"/>
        </pc:sldMkLst>
        <pc:spChg chg="mod">
          <ac:chgData name="Timo Grünenfelder (s)" userId="6dd4e91a-3212-45d1-aa5c-aa8b2c48d53e" providerId="ADAL" clId="{5429F8DF-B932-8B48-BD86-FB53FA13BE60}" dt="2024-12-19T16:15:46.323" v="506" actId="113"/>
          <ac:spMkLst>
            <pc:docMk/>
            <pc:sldMk cId="870985037" sldId="339"/>
            <ac:spMk id="5" creationId="{2C836699-CF2D-C7E8-1223-A7504CEBC490}"/>
          </ac:spMkLst>
        </pc:spChg>
      </pc:sldChg>
      <pc:sldChg chg="modSp add del mod">
        <pc:chgData name="Timo Grünenfelder (s)" userId="6dd4e91a-3212-45d1-aa5c-aa8b2c48d53e" providerId="ADAL" clId="{5429F8DF-B932-8B48-BD86-FB53FA13BE60}" dt="2024-12-19T16:15:36.458" v="502" actId="2696"/>
        <pc:sldMkLst>
          <pc:docMk/>
          <pc:sldMk cId="2154540459" sldId="339"/>
        </pc:sldMkLst>
        <pc:spChg chg="mod">
          <ac:chgData name="Timo Grünenfelder (s)" userId="6dd4e91a-3212-45d1-aa5c-aa8b2c48d53e" providerId="ADAL" clId="{5429F8DF-B932-8B48-BD86-FB53FA13BE60}" dt="2024-12-19T16:02:58.058" v="434" actId="14100"/>
          <ac:spMkLst>
            <pc:docMk/>
            <pc:sldMk cId="2154540459" sldId="339"/>
            <ac:spMk id="2" creationId="{094C1D82-A524-EF9C-AE3C-20FDBA3DE7DF}"/>
          </ac:spMkLst>
        </pc:spChg>
        <pc:spChg chg="mod">
          <ac:chgData name="Timo Grünenfelder (s)" userId="6dd4e91a-3212-45d1-aa5c-aa8b2c48d53e" providerId="ADAL" clId="{5429F8DF-B932-8B48-BD86-FB53FA13BE60}" dt="2024-12-19T16:15:00.374" v="478" actId="20577"/>
          <ac:spMkLst>
            <pc:docMk/>
            <pc:sldMk cId="2154540459" sldId="339"/>
            <ac:spMk id="5" creationId="{85806396-9CF7-E0A0-93DB-A56ACA7739ED}"/>
          </ac:spMkLst>
        </pc:spChg>
      </pc:sldChg>
      <pc:sldChg chg="addSp delSp modSp add mod">
        <pc:chgData name="Timo Grünenfelder (s)" userId="6dd4e91a-3212-45d1-aa5c-aa8b2c48d53e" providerId="ADAL" clId="{5429F8DF-B932-8B48-BD86-FB53FA13BE60}" dt="2024-12-20T17:17:07.446" v="1865"/>
        <pc:sldMkLst>
          <pc:docMk/>
          <pc:sldMk cId="167163104" sldId="340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67163104" sldId="340"/>
            <ac:spMk id="2" creationId="{ADB06305-6AEA-D101-4587-C6F420B6D63B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67163104" sldId="340"/>
            <ac:spMk id="3" creationId="{AAF24ED6-B60D-1735-FA5B-8E6A1F9A6522}"/>
          </ac:spMkLst>
        </pc:spChg>
        <pc:spChg chg="del">
          <ac:chgData name="Timo Grünenfelder (s)" userId="6dd4e91a-3212-45d1-aa5c-aa8b2c48d53e" providerId="ADAL" clId="{5429F8DF-B932-8B48-BD86-FB53FA13BE60}" dt="2024-12-20T17:17:06.988" v="1864" actId="478"/>
          <ac:spMkLst>
            <pc:docMk/>
            <pc:sldMk cId="167163104" sldId="340"/>
            <ac:spMk id="4" creationId="{0271625C-ADF7-6F4E-BEA9-D0DB5447D27B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67163104" sldId="340"/>
            <ac:spMk id="5" creationId="{0D916B4E-23E0-C071-5929-1956C3924F93}"/>
          </ac:spMkLst>
        </pc:spChg>
        <pc:spChg chg="add mod">
          <ac:chgData name="Timo Grünenfelder (s)" userId="6dd4e91a-3212-45d1-aa5c-aa8b2c48d53e" providerId="ADAL" clId="{5429F8DF-B932-8B48-BD86-FB53FA13BE60}" dt="2024-12-20T17:17:07.446" v="1865"/>
          <ac:spMkLst>
            <pc:docMk/>
            <pc:sldMk cId="167163104" sldId="340"/>
            <ac:spMk id="6" creationId="{4C42509C-7919-661E-ED11-2ADA37D16200}"/>
          </ac:spMkLst>
        </pc:spChg>
      </pc:sldChg>
      <pc:sldChg chg="add del">
        <pc:chgData name="Timo Grünenfelder (s)" userId="6dd4e91a-3212-45d1-aa5c-aa8b2c48d53e" providerId="ADAL" clId="{5429F8DF-B932-8B48-BD86-FB53FA13BE60}" dt="2024-12-19T16:16:49.354" v="508"/>
        <pc:sldMkLst>
          <pc:docMk/>
          <pc:sldMk cId="822535742" sldId="340"/>
        </pc:sldMkLst>
      </pc:sldChg>
      <pc:sldChg chg="add del">
        <pc:chgData name="Timo Grünenfelder (s)" userId="6dd4e91a-3212-45d1-aa5c-aa8b2c48d53e" providerId="ADAL" clId="{5429F8DF-B932-8B48-BD86-FB53FA13BE60}" dt="2024-12-19T16:17:52.799" v="519" actId="2696"/>
        <pc:sldMkLst>
          <pc:docMk/>
          <pc:sldMk cId="2480990520" sldId="340"/>
        </pc:sldMkLst>
      </pc:sldChg>
      <pc:sldChg chg="addSp delSp modSp add del mod">
        <pc:chgData name="Timo Grünenfelder (s)" userId="6dd4e91a-3212-45d1-aa5c-aa8b2c48d53e" providerId="ADAL" clId="{5429F8DF-B932-8B48-BD86-FB53FA13BE60}" dt="2024-12-19T16:15:36.447" v="501" actId="2696"/>
        <pc:sldMkLst>
          <pc:docMk/>
          <pc:sldMk cId="3468626247" sldId="340"/>
        </pc:sldMkLst>
        <pc:spChg chg="mod">
          <ac:chgData name="Timo Grünenfelder (s)" userId="6dd4e91a-3212-45d1-aa5c-aa8b2c48d53e" providerId="ADAL" clId="{5429F8DF-B932-8B48-BD86-FB53FA13BE60}" dt="2024-12-19T16:02:30.629" v="406" actId="20577"/>
          <ac:spMkLst>
            <pc:docMk/>
            <pc:sldMk cId="3468626247" sldId="340"/>
            <ac:spMk id="2" creationId="{51404586-330E-344E-FB09-F303447CA6C9}"/>
          </ac:spMkLst>
        </pc:spChg>
        <pc:spChg chg="mod">
          <ac:chgData name="Timo Grünenfelder (s)" userId="6dd4e91a-3212-45d1-aa5c-aa8b2c48d53e" providerId="ADAL" clId="{5429F8DF-B932-8B48-BD86-FB53FA13BE60}" dt="2024-12-19T16:15:06.027" v="482" actId="5793"/>
          <ac:spMkLst>
            <pc:docMk/>
            <pc:sldMk cId="3468626247" sldId="340"/>
            <ac:spMk id="5" creationId="{4AB3C438-716E-AFA8-D57E-27FB5FC8E94A}"/>
          </ac:spMkLst>
        </pc:spChg>
        <pc:spChg chg="add del mod">
          <ac:chgData name="Timo Grünenfelder (s)" userId="6dd4e91a-3212-45d1-aa5c-aa8b2c48d53e" providerId="ADAL" clId="{5429F8DF-B932-8B48-BD86-FB53FA13BE60}" dt="2024-12-19T16:04:34.984" v="441"/>
          <ac:spMkLst>
            <pc:docMk/>
            <pc:sldMk cId="3468626247" sldId="340"/>
            <ac:spMk id="6" creationId="{C754A7D4-423E-8228-64EA-B3AF90EF7922}"/>
          </ac:spMkLst>
        </pc:spChg>
      </pc:sldChg>
      <pc:sldChg chg="addSp delSp modSp add mod ord modNotesTx">
        <pc:chgData name="Timo Grünenfelder (s)" userId="6dd4e91a-3212-45d1-aa5c-aa8b2c48d53e" providerId="ADAL" clId="{5429F8DF-B932-8B48-BD86-FB53FA13BE60}" dt="2024-12-20T17:17:56.364" v="1885"/>
        <pc:sldMkLst>
          <pc:docMk/>
          <pc:sldMk cId="2086257683" sldId="341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86257683" sldId="341"/>
            <ac:spMk id="2" creationId="{B51B095C-4765-0466-A49C-D67736DBA189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86257683" sldId="341"/>
            <ac:spMk id="3" creationId="{C3300CC7-1174-8AD1-625E-D567A7C92DD2}"/>
          </ac:spMkLst>
        </pc:spChg>
        <pc:spChg chg="del">
          <ac:chgData name="Timo Grünenfelder (s)" userId="6dd4e91a-3212-45d1-aa5c-aa8b2c48d53e" providerId="ADAL" clId="{5429F8DF-B932-8B48-BD86-FB53FA13BE60}" dt="2024-12-20T17:17:55.938" v="1884" actId="478"/>
          <ac:spMkLst>
            <pc:docMk/>
            <pc:sldMk cId="2086257683" sldId="341"/>
            <ac:spMk id="4" creationId="{C0B5AA8F-7564-B28B-FF24-D46E7BED0A3B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086257683" sldId="341"/>
            <ac:spMk id="5" creationId="{0D3FD806-72C4-8E30-087D-734AF77F9BDD}"/>
          </ac:spMkLst>
        </pc:spChg>
        <pc:spChg chg="add mod">
          <ac:chgData name="Timo Grünenfelder (s)" userId="6dd4e91a-3212-45d1-aa5c-aa8b2c48d53e" providerId="ADAL" clId="{5429F8DF-B932-8B48-BD86-FB53FA13BE60}" dt="2024-12-20T17:17:56.364" v="1885"/>
          <ac:spMkLst>
            <pc:docMk/>
            <pc:sldMk cId="2086257683" sldId="341"/>
            <ac:spMk id="6" creationId="{F33FD49E-CF41-F67F-C515-D7D87D6440DD}"/>
          </ac:spMkLst>
        </pc:spChg>
      </pc:sldChg>
      <pc:sldChg chg="addSp delSp modSp add del mod ord">
        <pc:chgData name="Timo Grünenfelder (s)" userId="6dd4e91a-3212-45d1-aa5c-aa8b2c48d53e" providerId="ADAL" clId="{5429F8DF-B932-8B48-BD86-FB53FA13BE60}" dt="2024-12-20T09:42:09.307" v="1084" actId="2696"/>
        <pc:sldMkLst>
          <pc:docMk/>
          <pc:sldMk cId="1185440020" sldId="342"/>
        </pc:sldMkLst>
        <pc:spChg chg="mod">
          <ac:chgData name="Timo Grünenfelder (s)" userId="6dd4e91a-3212-45d1-aa5c-aa8b2c48d53e" providerId="ADAL" clId="{5429F8DF-B932-8B48-BD86-FB53FA13BE60}" dt="2024-12-19T16:19:24.693" v="566" actId="20577"/>
          <ac:spMkLst>
            <pc:docMk/>
            <pc:sldMk cId="1185440020" sldId="342"/>
            <ac:spMk id="2" creationId="{9FCA9233-D86E-9AF3-DF0F-5B75AA670138}"/>
          </ac:spMkLst>
        </pc:spChg>
        <pc:spChg chg="del mod">
          <ac:chgData name="Timo Grünenfelder (s)" userId="6dd4e91a-3212-45d1-aa5c-aa8b2c48d53e" providerId="ADAL" clId="{5429F8DF-B932-8B48-BD86-FB53FA13BE60}" dt="2024-12-19T16:29:10.686" v="608" actId="478"/>
          <ac:spMkLst>
            <pc:docMk/>
            <pc:sldMk cId="1185440020" sldId="342"/>
            <ac:spMk id="5" creationId="{18750367-CE2C-D4CD-C1C0-43392328C783}"/>
          </ac:spMkLst>
        </pc:spChg>
        <pc:spChg chg="add mod">
          <ac:chgData name="Timo Grünenfelder (s)" userId="6dd4e91a-3212-45d1-aa5c-aa8b2c48d53e" providerId="ADAL" clId="{5429F8DF-B932-8B48-BD86-FB53FA13BE60}" dt="2024-12-19T16:44:47.341" v="631" actId="1076"/>
          <ac:spMkLst>
            <pc:docMk/>
            <pc:sldMk cId="1185440020" sldId="342"/>
            <ac:spMk id="7" creationId="{34BCBEE5-AF12-4E69-FA39-D8380485BA2E}"/>
          </ac:spMkLst>
        </pc:spChg>
        <pc:spChg chg="add mod">
          <ac:chgData name="Timo Grünenfelder (s)" userId="6dd4e91a-3212-45d1-aa5c-aa8b2c48d53e" providerId="ADAL" clId="{5429F8DF-B932-8B48-BD86-FB53FA13BE60}" dt="2024-12-19T16:47:01.604" v="694" actId="1076"/>
          <ac:spMkLst>
            <pc:docMk/>
            <pc:sldMk cId="1185440020" sldId="342"/>
            <ac:spMk id="8" creationId="{6E4A1832-124B-95BC-D0D4-0CEE8F1C2094}"/>
          </ac:spMkLst>
        </pc:spChg>
        <pc:spChg chg="add mod">
          <ac:chgData name="Timo Grünenfelder (s)" userId="6dd4e91a-3212-45d1-aa5c-aa8b2c48d53e" providerId="ADAL" clId="{5429F8DF-B932-8B48-BD86-FB53FA13BE60}" dt="2024-12-19T16:49:27.362" v="749" actId="1076"/>
          <ac:spMkLst>
            <pc:docMk/>
            <pc:sldMk cId="1185440020" sldId="342"/>
            <ac:spMk id="9" creationId="{2C1500FF-4CC0-AD12-7F86-981ED1637DCB}"/>
          </ac:spMkLst>
        </pc:spChg>
        <pc:spChg chg="add mod">
          <ac:chgData name="Timo Grünenfelder (s)" userId="6dd4e91a-3212-45d1-aa5c-aa8b2c48d53e" providerId="ADAL" clId="{5429F8DF-B932-8B48-BD86-FB53FA13BE60}" dt="2024-12-19T16:49:31.660" v="750" actId="1076"/>
          <ac:spMkLst>
            <pc:docMk/>
            <pc:sldMk cId="1185440020" sldId="342"/>
            <ac:spMk id="10" creationId="{96A62ED5-B95B-D6BF-1BE7-77E98055EBE9}"/>
          </ac:spMkLst>
        </pc:spChg>
        <pc:spChg chg="add del mod">
          <ac:chgData name="Timo Grünenfelder (s)" userId="6dd4e91a-3212-45d1-aa5c-aa8b2c48d53e" providerId="ADAL" clId="{5429F8DF-B932-8B48-BD86-FB53FA13BE60}" dt="2024-12-19T16:45:53.883" v="677"/>
          <ac:spMkLst>
            <pc:docMk/>
            <pc:sldMk cId="1185440020" sldId="342"/>
            <ac:spMk id="11" creationId="{44F02466-C29C-FF74-65BA-5559072A1AF5}"/>
          </ac:spMkLst>
        </pc:spChg>
        <pc:spChg chg="add mod">
          <ac:chgData name="Timo Grünenfelder (s)" userId="6dd4e91a-3212-45d1-aa5c-aa8b2c48d53e" providerId="ADAL" clId="{5429F8DF-B932-8B48-BD86-FB53FA13BE60}" dt="2024-12-19T16:47:56.976" v="708" actId="242"/>
          <ac:spMkLst>
            <pc:docMk/>
            <pc:sldMk cId="1185440020" sldId="342"/>
            <ac:spMk id="14" creationId="{BB6AE759-DF6C-209F-BAE4-2CD30D88A87F}"/>
          </ac:spMkLst>
        </pc:spChg>
        <pc:spChg chg="add mod">
          <ac:chgData name="Timo Grünenfelder (s)" userId="6dd4e91a-3212-45d1-aa5c-aa8b2c48d53e" providerId="ADAL" clId="{5429F8DF-B932-8B48-BD86-FB53FA13BE60}" dt="2024-12-19T16:48:02.853" v="711" actId="113"/>
          <ac:spMkLst>
            <pc:docMk/>
            <pc:sldMk cId="1185440020" sldId="342"/>
            <ac:spMk id="15" creationId="{BD0A2CBD-34CE-33D5-4E2B-58116DC642A7}"/>
          </ac:spMkLst>
        </pc:spChg>
        <pc:spChg chg="add mod">
          <ac:chgData name="Timo Grünenfelder (s)" userId="6dd4e91a-3212-45d1-aa5c-aa8b2c48d53e" providerId="ADAL" clId="{5429F8DF-B932-8B48-BD86-FB53FA13BE60}" dt="2024-12-19T16:48:07.332" v="712" actId="113"/>
          <ac:spMkLst>
            <pc:docMk/>
            <pc:sldMk cId="1185440020" sldId="342"/>
            <ac:spMk id="16" creationId="{2D7890DE-D675-4B25-84B3-42BE2659781C}"/>
          </ac:spMkLst>
        </pc:spChg>
        <pc:spChg chg="add del mod">
          <ac:chgData name="Timo Grünenfelder (s)" userId="6dd4e91a-3212-45d1-aa5c-aa8b2c48d53e" providerId="ADAL" clId="{5429F8DF-B932-8B48-BD86-FB53FA13BE60}" dt="2024-12-19T16:47:59.947" v="710"/>
          <ac:spMkLst>
            <pc:docMk/>
            <pc:sldMk cId="1185440020" sldId="342"/>
            <ac:spMk id="17" creationId="{FD9AE2C3-EE17-9D05-B53B-C36DC4BE2DA2}"/>
          </ac:spMkLst>
        </pc:spChg>
        <pc:spChg chg="add mod">
          <ac:chgData name="Timo Grünenfelder (s)" userId="6dd4e91a-3212-45d1-aa5c-aa8b2c48d53e" providerId="ADAL" clId="{5429F8DF-B932-8B48-BD86-FB53FA13BE60}" dt="2024-12-19T16:48:55.606" v="732" actId="1076"/>
          <ac:spMkLst>
            <pc:docMk/>
            <pc:sldMk cId="1185440020" sldId="342"/>
            <ac:spMk id="18" creationId="{4E659888-13D3-45BA-22A8-C8CC736D2C11}"/>
          </ac:spMkLst>
        </pc:spChg>
        <pc:spChg chg="add mod">
          <ac:chgData name="Timo Grünenfelder (s)" userId="6dd4e91a-3212-45d1-aa5c-aa8b2c48d53e" providerId="ADAL" clId="{5429F8DF-B932-8B48-BD86-FB53FA13BE60}" dt="2024-12-19T16:48:55.606" v="732" actId="1076"/>
          <ac:spMkLst>
            <pc:docMk/>
            <pc:sldMk cId="1185440020" sldId="342"/>
            <ac:spMk id="19" creationId="{63CCB659-250F-C8AA-5D4F-74AA2A1314FE}"/>
          </ac:spMkLst>
        </pc:spChg>
        <pc:spChg chg="add mod">
          <ac:chgData name="Timo Grünenfelder (s)" userId="6dd4e91a-3212-45d1-aa5c-aa8b2c48d53e" providerId="ADAL" clId="{5429F8DF-B932-8B48-BD86-FB53FA13BE60}" dt="2024-12-19T16:49:12.163" v="747" actId="20577"/>
          <ac:spMkLst>
            <pc:docMk/>
            <pc:sldMk cId="1185440020" sldId="342"/>
            <ac:spMk id="20" creationId="{236594F4-C879-DFAA-E494-F1896FBBE605}"/>
          </ac:spMkLst>
        </pc:spChg>
        <pc:spChg chg="add mod">
          <ac:chgData name="Timo Grünenfelder (s)" userId="6dd4e91a-3212-45d1-aa5c-aa8b2c48d53e" providerId="ADAL" clId="{5429F8DF-B932-8B48-BD86-FB53FA13BE60}" dt="2024-12-19T16:49:06.275" v="734" actId="1076"/>
          <ac:spMkLst>
            <pc:docMk/>
            <pc:sldMk cId="1185440020" sldId="342"/>
            <ac:spMk id="21" creationId="{21D3CDE4-EA64-37FF-1DAC-9D94DD0D18E7}"/>
          </ac:spMkLst>
        </pc:spChg>
        <pc:spChg chg="add mod">
          <ac:chgData name="Timo Grünenfelder (s)" userId="6dd4e91a-3212-45d1-aa5c-aa8b2c48d53e" providerId="ADAL" clId="{5429F8DF-B932-8B48-BD86-FB53FA13BE60}" dt="2024-12-19T16:49:48.001" v="751"/>
          <ac:spMkLst>
            <pc:docMk/>
            <pc:sldMk cId="1185440020" sldId="342"/>
            <ac:spMk id="22" creationId="{59E0E731-9F9B-AE04-7F1E-529B5B982A41}"/>
          </ac:spMkLst>
        </pc:spChg>
        <pc:spChg chg="add mod">
          <ac:chgData name="Timo Grünenfelder (s)" userId="6dd4e91a-3212-45d1-aa5c-aa8b2c48d53e" providerId="ADAL" clId="{5429F8DF-B932-8B48-BD86-FB53FA13BE60}" dt="2024-12-19T16:49:48.001" v="751"/>
          <ac:spMkLst>
            <pc:docMk/>
            <pc:sldMk cId="1185440020" sldId="342"/>
            <ac:spMk id="23" creationId="{AB5FF410-A377-3F03-5589-65339F57561B}"/>
          </ac:spMkLst>
        </pc:spChg>
        <pc:picChg chg="add del mod">
          <ac:chgData name="Timo Grünenfelder (s)" userId="6dd4e91a-3212-45d1-aa5c-aa8b2c48d53e" providerId="ADAL" clId="{5429F8DF-B932-8B48-BD86-FB53FA13BE60}" dt="2024-12-19T16:43:18.373" v="624" actId="478"/>
          <ac:picMkLst>
            <pc:docMk/>
            <pc:sldMk cId="1185440020" sldId="342"/>
            <ac:picMk id="6" creationId="{5AA13AB2-1302-EB9A-6314-A309393A5DD7}"/>
          </ac:picMkLst>
        </pc:picChg>
        <pc:cxnChg chg="add mod">
          <ac:chgData name="Timo Grünenfelder (s)" userId="6dd4e91a-3212-45d1-aa5c-aa8b2c48d53e" providerId="ADAL" clId="{5429F8DF-B932-8B48-BD86-FB53FA13BE60}" dt="2024-12-19T16:46:27.342" v="684" actId="108"/>
          <ac:cxnSpMkLst>
            <pc:docMk/>
            <pc:sldMk cId="1185440020" sldId="342"/>
            <ac:cxnSpMk id="13" creationId="{35E77858-0DE6-AA64-B84E-5B45EE384226}"/>
          </ac:cxnSpMkLst>
        </pc:cxnChg>
      </pc:sldChg>
      <pc:sldChg chg="addSp delSp modSp add mod modNotesTx">
        <pc:chgData name="Timo Grünenfelder (s)" userId="6dd4e91a-3212-45d1-aa5c-aa8b2c48d53e" providerId="ADAL" clId="{5429F8DF-B932-8B48-BD86-FB53FA13BE60}" dt="2024-12-20T17:18:02.489" v="1890"/>
        <pc:sldMkLst>
          <pc:docMk/>
          <pc:sldMk cId="288197997" sldId="343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88197997" sldId="343"/>
            <ac:spMk id="2" creationId="{43B671C6-745D-A2A2-E522-799400620EFE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88197997" sldId="343"/>
            <ac:spMk id="3" creationId="{95CFE94B-2A6B-8D46-E17A-FF0F7A532C8F}"/>
          </ac:spMkLst>
        </pc:spChg>
        <pc:spChg chg="del mod">
          <ac:chgData name="Timo Grünenfelder (s)" userId="6dd4e91a-3212-45d1-aa5c-aa8b2c48d53e" providerId="ADAL" clId="{5429F8DF-B932-8B48-BD86-FB53FA13BE60}" dt="2024-12-20T17:18:01.823" v="1889" actId="478"/>
          <ac:spMkLst>
            <pc:docMk/>
            <pc:sldMk cId="288197997" sldId="343"/>
            <ac:spMk id="4" creationId="{1F430D56-479D-1998-451B-299D1BB7C67A}"/>
          </ac:spMkLst>
        </pc:spChg>
        <pc:spChg chg="add del mod">
          <ac:chgData name="Timo Grünenfelder (s)" userId="6dd4e91a-3212-45d1-aa5c-aa8b2c48d53e" providerId="ADAL" clId="{5429F8DF-B932-8B48-BD86-FB53FA13BE60}" dt="2024-12-20T16:00:51.119" v="1706" actId="113"/>
          <ac:spMkLst>
            <pc:docMk/>
            <pc:sldMk cId="288197997" sldId="343"/>
            <ac:spMk id="5" creationId="{572AB5CA-98DA-07BF-26DF-4324824A75D1}"/>
          </ac:spMkLst>
        </pc:spChg>
        <pc:spChg chg="add mod">
          <ac:chgData name="Timo Grünenfelder (s)" userId="6dd4e91a-3212-45d1-aa5c-aa8b2c48d53e" providerId="ADAL" clId="{5429F8DF-B932-8B48-BD86-FB53FA13BE60}" dt="2024-12-20T17:18:02.489" v="1890"/>
          <ac:spMkLst>
            <pc:docMk/>
            <pc:sldMk cId="288197997" sldId="343"/>
            <ac:spMk id="6" creationId="{ED5C78D0-21D1-301E-EE04-4AE8FB915E6D}"/>
          </ac:spMkLst>
        </pc:spChg>
      </pc:sldChg>
      <pc:sldChg chg="add del">
        <pc:chgData name="Timo Grünenfelder (s)" userId="6dd4e91a-3212-45d1-aa5c-aa8b2c48d53e" providerId="ADAL" clId="{5429F8DF-B932-8B48-BD86-FB53FA13BE60}" dt="2024-12-20T17:23:22.994" v="1921" actId="2696"/>
        <pc:sldMkLst>
          <pc:docMk/>
          <pc:sldMk cId="853886976" sldId="344"/>
        </pc:sldMkLst>
      </pc:sldChg>
      <pc:sldChg chg="addSp delSp modSp add mod">
        <pc:chgData name="Timo Grünenfelder (s)" userId="6dd4e91a-3212-45d1-aa5c-aa8b2c48d53e" providerId="ADAL" clId="{5429F8DF-B932-8B48-BD86-FB53FA13BE60}" dt="2024-12-20T17:16:54.570" v="1859"/>
        <pc:sldMkLst>
          <pc:docMk/>
          <pc:sldMk cId="4142554092" sldId="345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4142554092" sldId="345"/>
            <ac:spMk id="2" creationId="{AD1C8CEC-B159-8933-1A5C-189D78D4DFCA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4142554092" sldId="345"/>
            <ac:spMk id="3" creationId="{A4D79E34-3E82-79FB-9D60-4BE0BC65BA40}"/>
          </ac:spMkLst>
        </pc:spChg>
        <pc:spChg chg="del">
          <ac:chgData name="Timo Grünenfelder (s)" userId="6dd4e91a-3212-45d1-aa5c-aa8b2c48d53e" providerId="ADAL" clId="{5429F8DF-B932-8B48-BD86-FB53FA13BE60}" dt="2024-12-20T17:16:54.078" v="1858" actId="478"/>
          <ac:spMkLst>
            <pc:docMk/>
            <pc:sldMk cId="4142554092" sldId="345"/>
            <ac:spMk id="4" creationId="{5945FAFF-0495-987F-4E69-45CE36646B81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4142554092" sldId="345"/>
            <ac:spMk id="5" creationId="{75E4A2C2-6511-441D-BD67-B989DB065201}"/>
          </ac:spMkLst>
        </pc:spChg>
        <pc:spChg chg="add mod">
          <ac:chgData name="Timo Grünenfelder (s)" userId="6dd4e91a-3212-45d1-aa5c-aa8b2c48d53e" providerId="ADAL" clId="{5429F8DF-B932-8B48-BD86-FB53FA13BE60}" dt="2024-12-20T17:16:54.570" v="1859"/>
          <ac:spMkLst>
            <pc:docMk/>
            <pc:sldMk cId="4142554092" sldId="345"/>
            <ac:spMk id="6" creationId="{CA94ED08-F6C9-3A2C-FC28-D6D4B790B75B}"/>
          </ac:spMkLst>
        </pc:spChg>
      </pc:sldChg>
      <pc:sldChg chg="addSp delSp modSp add mod">
        <pc:chgData name="Timo Grünenfelder (s)" userId="6dd4e91a-3212-45d1-aa5c-aa8b2c48d53e" providerId="ADAL" clId="{5429F8DF-B932-8B48-BD86-FB53FA13BE60}" dt="2024-12-20T17:16:58.882" v="1861"/>
        <pc:sldMkLst>
          <pc:docMk/>
          <pc:sldMk cId="1169877797" sldId="346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169877797" sldId="346"/>
            <ac:spMk id="2" creationId="{BAD2585F-A7E0-BE97-236C-672F5F0278DF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169877797" sldId="346"/>
            <ac:spMk id="3" creationId="{2F478A4B-F20D-6643-75D8-09F06343FFF1}"/>
          </ac:spMkLst>
        </pc:spChg>
        <pc:spChg chg="del">
          <ac:chgData name="Timo Grünenfelder (s)" userId="6dd4e91a-3212-45d1-aa5c-aa8b2c48d53e" providerId="ADAL" clId="{5429F8DF-B932-8B48-BD86-FB53FA13BE60}" dt="2024-12-20T17:16:58.416" v="1860" actId="478"/>
          <ac:spMkLst>
            <pc:docMk/>
            <pc:sldMk cId="1169877797" sldId="346"/>
            <ac:spMk id="4" creationId="{A26415E3-7C06-F34A-C5C8-4B6BE78E403A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169877797" sldId="346"/>
            <ac:spMk id="5" creationId="{3B0F63FA-28F4-62BB-CB19-3A230D58B7AE}"/>
          </ac:spMkLst>
        </pc:spChg>
        <pc:spChg chg="add mod">
          <ac:chgData name="Timo Grünenfelder (s)" userId="6dd4e91a-3212-45d1-aa5c-aa8b2c48d53e" providerId="ADAL" clId="{5429F8DF-B932-8B48-BD86-FB53FA13BE60}" dt="2024-12-20T17:16:58.882" v="1861"/>
          <ac:spMkLst>
            <pc:docMk/>
            <pc:sldMk cId="1169877797" sldId="346"/>
            <ac:spMk id="6" creationId="{73EC5BAE-299D-5878-52E5-7507A491A013}"/>
          </ac:spMkLst>
        </pc:spChg>
      </pc:sldChg>
      <pc:sldChg chg="addSp delSp modSp add del mod">
        <pc:chgData name="Timo Grünenfelder (s)" userId="6dd4e91a-3212-45d1-aa5c-aa8b2c48d53e" providerId="ADAL" clId="{5429F8DF-B932-8B48-BD86-FB53FA13BE60}" dt="2024-12-20T09:42:09.305" v="1082" actId="2696"/>
        <pc:sldMkLst>
          <pc:docMk/>
          <pc:sldMk cId="3979060027" sldId="347"/>
        </pc:sldMkLst>
        <pc:spChg chg="add mod">
          <ac:chgData name="Timo Grünenfelder (s)" userId="6dd4e91a-3212-45d1-aa5c-aa8b2c48d53e" providerId="ADAL" clId="{5429F8DF-B932-8B48-BD86-FB53FA13BE60}" dt="2024-12-19T16:50:05.579" v="754" actId="1076"/>
          <ac:spMkLst>
            <pc:docMk/>
            <pc:sldMk cId="3979060027" sldId="347"/>
            <ac:spMk id="5" creationId="{A28351AE-887B-3C80-813B-29F223493C55}"/>
          </ac:spMkLst>
        </pc:spChg>
        <pc:spChg chg="add mod">
          <ac:chgData name="Timo Grünenfelder (s)" userId="6dd4e91a-3212-45d1-aa5c-aa8b2c48d53e" providerId="ADAL" clId="{5429F8DF-B932-8B48-BD86-FB53FA13BE60}" dt="2024-12-19T16:50:16.448" v="757" actId="207"/>
          <ac:spMkLst>
            <pc:docMk/>
            <pc:sldMk cId="3979060027" sldId="347"/>
            <ac:spMk id="6" creationId="{D3C704C6-49DE-CECF-EF03-354E39F4F5E6}"/>
          </ac:spMkLst>
        </pc:spChg>
        <pc:spChg chg="mod">
          <ac:chgData name="Timo Grünenfelder (s)" userId="6dd4e91a-3212-45d1-aa5c-aa8b2c48d53e" providerId="ADAL" clId="{5429F8DF-B932-8B48-BD86-FB53FA13BE60}" dt="2024-12-19T16:52:48.105" v="830" actId="20577"/>
          <ac:spMkLst>
            <pc:docMk/>
            <pc:sldMk cId="3979060027" sldId="347"/>
            <ac:spMk id="9" creationId="{1A9B13DF-6D15-D3EF-D79F-B75C00A31D4C}"/>
          </ac:spMkLst>
        </pc:spChg>
        <pc:spChg chg="add mod">
          <ac:chgData name="Timo Grünenfelder (s)" userId="6dd4e91a-3212-45d1-aa5c-aa8b2c48d53e" providerId="ADAL" clId="{5429F8DF-B932-8B48-BD86-FB53FA13BE60}" dt="2024-12-19T16:50:39.233" v="775" actId="20577"/>
          <ac:spMkLst>
            <pc:docMk/>
            <pc:sldMk cId="3979060027" sldId="347"/>
            <ac:spMk id="11" creationId="{B50EA484-5005-3554-1349-A74D205421F9}"/>
          </ac:spMkLst>
        </pc:spChg>
        <pc:spChg chg="add mod">
          <ac:chgData name="Timo Grünenfelder (s)" userId="6dd4e91a-3212-45d1-aa5c-aa8b2c48d53e" providerId="ADAL" clId="{5429F8DF-B932-8B48-BD86-FB53FA13BE60}" dt="2024-12-19T16:52:34.291" v="827"/>
          <ac:spMkLst>
            <pc:docMk/>
            <pc:sldMk cId="3979060027" sldId="347"/>
            <ac:spMk id="12" creationId="{DDA506A4-ED41-D339-7F2B-CB2F4B51C726}"/>
          </ac:spMkLst>
        </pc:spChg>
        <pc:spChg chg="add mod">
          <ac:chgData name="Timo Grünenfelder (s)" userId="6dd4e91a-3212-45d1-aa5c-aa8b2c48d53e" providerId="ADAL" clId="{5429F8DF-B932-8B48-BD86-FB53FA13BE60}" dt="2024-12-19T16:50:52.266" v="794" actId="20577"/>
          <ac:spMkLst>
            <pc:docMk/>
            <pc:sldMk cId="3979060027" sldId="347"/>
            <ac:spMk id="17" creationId="{2D5897C9-42B6-B679-E8A6-936A205CF45A}"/>
          </ac:spMkLst>
        </pc:spChg>
        <pc:spChg chg="mod">
          <ac:chgData name="Timo Grünenfelder (s)" userId="6dd4e91a-3212-45d1-aa5c-aa8b2c48d53e" providerId="ADAL" clId="{5429F8DF-B932-8B48-BD86-FB53FA13BE60}" dt="2024-12-19T16:52:39.576" v="828"/>
          <ac:spMkLst>
            <pc:docMk/>
            <pc:sldMk cId="3979060027" sldId="347"/>
            <ac:spMk id="19" creationId="{10A46717-AE2A-6438-DE78-1EAED22388D6}"/>
          </ac:spMkLst>
        </pc:spChg>
        <pc:spChg chg="add mod">
          <ac:chgData name="Timo Grünenfelder (s)" userId="6dd4e91a-3212-45d1-aa5c-aa8b2c48d53e" providerId="ADAL" clId="{5429F8DF-B932-8B48-BD86-FB53FA13BE60}" dt="2024-12-19T16:50:05.579" v="754" actId="1076"/>
          <ac:spMkLst>
            <pc:docMk/>
            <pc:sldMk cId="3979060027" sldId="347"/>
            <ac:spMk id="24" creationId="{181B3EEE-BAEC-148D-1303-C33352FE814B}"/>
          </ac:spMkLst>
        </pc:spChg>
        <pc:spChg chg="add del mod">
          <ac:chgData name="Timo Grünenfelder (s)" userId="6dd4e91a-3212-45d1-aa5c-aa8b2c48d53e" providerId="ADAL" clId="{5429F8DF-B932-8B48-BD86-FB53FA13BE60}" dt="2024-12-19T16:50:54.868" v="795" actId="478"/>
          <ac:spMkLst>
            <pc:docMk/>
            <pc:sldMk cId="3979060027" sldId="347"/>
            <ac:spMk id="26" creationId="{427554F7-0357-0479-1554-A6ED464E0FE7}"/>
          </ac:spMkLst>
        </pc:spChg>
        <pc:spChg chg="add mod">
          <ac:chgData name="Timo Grünenfelder (s)" userId="6dd4e91a-3212-45d1-aa5c-aa8b2c48d53e" providerId="ADAL" clId="{5429F8DF-B932-8B48-BD86-FB53FA13BE60}" dt="2024-12-19T16:51:16.975" v="808" actId="403"/>
          <ac:spMkLst>
            <pc:docMk/>
            <pc:sldMk cId="3979060027" sldId="347"/>
            <ac:spMk id="27" creationId="{6311E9DA-EF5B-6A4F-95CB-434BF266B94F}"/>
          </ac:spMkLst>
        </pc:spChg>
        <pc:spChg chg="add del mod">
          <ac:chgData name="Timo Grünenfelder (s)" userId="6dd4e91a-3212-45d1-aa5c-aa8b2c48d53e" providerId="ADAL" clId="{5429F8DF-B932-8B48-BD86-FB53FA13BE60}" dt="2024-12-19T16:50:56.494" v="796" actId="478"/>
          <ac:spMkLst>
            <pc:docMk/>
            <pc:sldMk cId="3979060027" sldId="347"/>
            <ac:spMk id="28" creationId="{D6948870-F6B9-67EF-B238-29A184D05B91}"/>
          </ac:spMkLst>
        </pc:spChg>
        <pc:spChg chg="add del mod">
          <ac:chgData name="Timo Grünenfelder (s)" userId="6dd4e91a-3212-45d1-aa5c-aa8b2c48d53e" providerId="ADAL" clId="{5429F8DF-B932-8B48-BD86-FB53FA13BE60}" dt="2024-12-19T16:50:57.645" v="797" actId="478"/>
          <ac:spMkLst>
            <pc:docMk/>
            <pc:sldMk cId="3979060027" sldId="347"/>
            <ac:spMk id="29" creationId="{DCFD0B7C-0E20-F7F0-A5B6-ACEE999C807D}"/>
          </ac:spMkLst>
        </pc:spChg>
        <pc:spChg chg="add del mod">
          <ac:chgData name="Timo Grünenfelder (s)" userId="6dd4e91a-3212-45d1-aa5c-aa8b2c48d53e" providerId="ADAL" clId="{5429F8DF-B932-8B48-BD86-FB53FA13BE60}" dt="2024-12-19T16:53:22.083" v="833" actId="478"/>
          <ac:spMkLst>
            <pc:docMk/>
            <pc:sldMk cId="3979060027" sldId="347"/>
            <ac:spMk id="30" creationId="{DFDB11D0-D057-C57E-21B3-13F6324C8C73}"/>
          </ac:spMkLst>
        </pc:spChg>
      </pc:sldChg>
      <pc:sldChg chg="modSp add del mod">
        <pc:chgData name="Timo Grünenfelder (s)" userId="6dd4e91a-3212-45d1-aa5c-aa8b2c48d53e" providerId="ADAL" clId="{5429F8DF-B932-8B48-BD86-FB53FA13BE60}" dt="2024-12-20T09:42:09.306" v="1083" actId="2696"/>
        <pc:sldMkLst>
          <pc:docMk/>
          <pc:sldMk cId="3857099594" sldId="348"/>
        </pc:sldMkLst>
        <pc:spChg chg="mod">
          <ac:chgData name="Timo Grünenfelder (s)" userId="6dd4e91a-3212-45d1-aa5c-aa8b2c48d53e" providerId="ADAL" clId="{5429F8DF-B932-8B48-BD86-FB53FA13BE60}" dt="2024-12-19T16:51:58.738" v="815" actId="20577"/>
          <ac:spMkLst>
            <pc:docMk/>
            <pc:sldMk cId="3857099594" sldId="348"/>
            <ac:spMk id="9" creationId="{C688EE7C-3BE4-3B24-6E54-5D3683BD52B5}"/>
          </ac:spMkLst>
        </pc:spChg>
        <pc:spChg chg="mod">
          <ac:chgData name="Timo Grünenfelder (s)" userId="6dd4e91a-3212-45d1-aa5c-aa8b2c48d53e" providerId="ADAL" clId="{5429F8DF-B932-8B48-BD86-FB53FA13BE60}" dt="2024-12-19T16:52:15.205" v="826" actId="20577"/>
          <ac:spMkLst>
            <pc:docMk/>
            <pc:sldMk cId="3857099594" sldId="348"/>
            <ac:spMk id="19" creationId="{671E5614-01C0-F68E-FE82-0200BC57C569}"/>
          </ac:spMkLst>
        </pc:spChg>
      </pc:sldChg>
      <pc:sldChg chg="addSp delSp modSp add del mod modAnim">
        <pc:chgData name="Timo Grünenfelder (s)" userId="6dd4e91a-3212-45d1-aa5c-aa8b2c48d53e" providerId="ADAL" clId="{5429F8DF-B932-8B48-BD86-FB53FA13BE60}" dt="2024-12-20T09:42:09.303" v="1081" actId="2696"/>
        <pc:sldMkLst>
          <pc:docMk/>
          <pc:sldMk cId="915677556" sldId="349"/>
        </pc:sldMkLst>
        <pc:spChg chg="mod">
          <ac:chgData name="Timo Grünenfelder (s)" userId="6dd4e91a-3212-45d1-aa5c-aa8b2c48d53e" providerId="ADAL" clId="{5429F8DF-B932-8B48-BD86-FB53FA13BE60}" dt="2024-12-19T16:56:02.134" v="877" actId="20577"/>
          <ac:spMkLst>
            <pc:docMk/>
            <pc:sldMk cId="915677556" sldId="349"/>
            <ac:spMk id="9" creationId="{6691A335-3E53-9346-C98E-5DDA5452EF7E}"/>
          </ac:spMkLst>
        </pc:spChg>
        <pc:spChg chg="del">
          <ac:chgData name="Timo Grünenfelder (s)" userId="6dd4e91a-3212-45d1-aa5c-aa8b2c48d53e" providerId="ADAL" clId="{5429F8DF-B932-8B48-BD86-FB53FA13BE60}" dt="2024-12-19T16:55:01.915" v="871" actId="478"/>
          <ac:spMkLst>
            <pc:docMk/>
            <pc:sldMk cId="915677556" sldId="349"/>
            <ac:spMk id="21" creationId="{3B768307-16B1-4ABC-BEB3-48B76446C1D3}"/>
          </ac:spMkLst>
        </pc:spChg>
        <pc:spChg chg="add mod">
          <ac:chgData name="Timo Grünenfelder (s)" userId="6dd4e91a-3212-45d1-aa5c-aa8b2c48d53e" providerId="ADAL" clId="{5429F8DF-B932-8B48-BD86-FB53FA13BE60}" dt="2024-12-19T16:54:00.697" v="865" actId="20577"/>
          <ac:spMkLst>
            <pc:docMk/>
            <pc:sldMk cId="915677556" sldId="349"/>
            <ac:spMk id="26" creationId="{2589F654-7703-BB1D-E38C-C2ACB8E35941}"/>
          </ac:spMkLst>
        </pc:spChg>
        <pc:spChg chg="add mod">
          <ac:chgData name="Timo Grünenfelder (s)" userId="6dd4e91a-3212-45d1-aa5c-aa8b2c48d53e" providerId="ADAL" clId="{5429F8DF-B932-8B48-BD86-FB53FA13BE60}" dt="2024-12-19T16:53:54.143" v="864" actId="403"/>
          <ac:spMkLst>
            <pc:docMk/>
            <pc:sldMk cId="915677556" sldId="349"/>
            <ac:spMk id="28" creationId="{12948525-4C74-09F4-6AB4-286CA5B11DC8}"/>
          </ac:spMkLst>
        </pc:spChg>
        <pc:spChg chg="add del mod">
          <ac:chgData name="Timo Grünenfelder (s)" userId="6dd4e91a-3212-45d1-aa5c-aa8b2c48d53e" providerId="ADAL" clId="{5429F8DF-B932-8B48-BD86-FB53FA13BE60}" dt="2024-12-20T09:23:55.567" v="948" actId="478"/>
          <ac:spMkLst>
            <pc:docMk/>
            <pc:sldMk cId="915677556" sldId="349"/>
            <ac:spMk id="29" creationId="{F866D4B0-4A41-AADC-1470-D914779F1406}"/>
          </ac:spMkLst>
        </pc:spChg>
        <pc:spChg chg="add del mod">
          <ac:chgData name="Timo Grünenfelder (s)" userId="6dd4e91a-3212-45d1-aa5c-aa8b2c48d53e" providerId="ADAL" clId="{5429F8DF-B932-8B48-BD86-FB53FA13BE60}" dt="2024-12-19T16:56:43.876" v="884" actId="47"/>
          <ac:spMkLst>
            <pc:docMk/>
            <pc:sldMk cId="915677556" sldId="349"/>
            <ac:spMk id="30" creationId="{AE1D553F-ACCD-2C65-AF9E-5B2F39454ADD}"/>
          </ac:spMkLst>
        </pc:spChg>
        <pc:spChg chg="add del mod">
          <ac:chgData name="Timo Grünenfelder (s)" userId="6dd4e91a-3212-45d1-aa5c-aa8b2c48d53e" providerId="ADAL" clId="{5429F8DF-B932-8B48-BD86-FB53FA13BE60}" dt="2024-12-19T16:56:44.049" v="885" actId="1076"/>
          <ac:spMkLst>
            <pc:docMk/>
            <pc:sldMk cId="915677556" sldId="349"/>
            <ac:spMk id="31" creationId="{8AD654CD-C3B3-0101-A8E5-DF07052976A8}"/>
          </ac:spMkLst>
        </pc:spChg>
        <pc:spChg chg="add mod">
          <ac:chgData name="Timo Grünenfelder (s)" userId="6dd4e91a-3212-45d1-aa5c-aa8b2c48d53e" providerId="ADAL" clId="{5429F8DF-B932-8B48-BD86-FB53FA13BE60}" dt="2024-12-20T09:24:02.928" v="950" actId="167"/>
          <ac:spMkLst>
            <pc:docMk/>
            <pc:sldMk cId="915677556" sldId="349"/>
            <ac:spMk id="32" creationId="{B54E622B-6522-2BC2-8600-BCFEB4AA47D4}"/>
          </ac:spMkLst>
        </pc:spChg>
      </pc:sldChg>
      <pc:sldChg chg="modSp add del mod ord">
        <pc:chgData name="Timo Grünenfelder (s)" userId="6dd4e91a-3212-45d1-aa5c-aa8b2c48d53e" providerId="ADAL" clId="{5429F8DF-B932-8B48-BD86-FB53FA13BE60}" dt="2024-12-20T09:43:10.044" v="1086" actId="2696"/>
        <pc:sldMkLst>
          <pc:docMk/>
          <pc:sldMk cId="1180572336" sldId="350"/>
        </pc:sldMkLst>
        <pc:spChg chg="mod">
          <ac:chgData name="Timo Grünenfelder (s)" userId="6dd4e91a-3212-45d1-aa5c-aa8b2c48d53e" providerId="ADAL" clId="{5429F8DF-B932-8B48-BD86-FB53FA13BE60}" dt="2024-12-19T16:54:34.914" v="870" actId="207"/>
          <ac:spMkLst>
            <pc:docMk/>
            <pc:sldMk cId="1180572336" sldId="350"/>
            <ac:spMk id="21" creationId="{D35C3B85-9F70-B641-D974-D29174854402}"/>
          </ac:spMkLst>
        </pc:spChg>
      </pc:sldChg>
      <pc:sldChg chg="modSp add del mod">
        <pc:chgData name="Timo Grünenfelder (s)" userId="6dd4e91a-3212-45d1-aa5c-aa8b2c48d53e" providerId="ADAL" clId="{5429F8DF-B932-8B48-BD86-FB53FA13BE60}" dt="2024-12-20T12:17:59.061" v="1361" actId="2696"/>
        <pc:sldMkLst>
          <pc:docMk/>
          <pc:sldMk cId="1778084383" sldId="351"/>
        </pc:sldMkLst>
        <pc:spChg chg="mod">
          <ac:chgData name="Timo Grünenfelder (s)" userId="6dd4e91a-3212-45d1-aa5c-aa8b2c48d53e" providerId="ADAL" clId="{5429F8DF-B932-8B48-BD86-FB53FA13BE60}" dt="2024-12-19T17:30:34.388" v="947" actId="20577"/>
          <ac:spMkLst>
            <pc:docMk/>
            <pc:sldMk cId="1778084383" sldId="351"/>
            <ac:spMk id="2" creationId="{ABFD94C6-91BE-967F-1EF0-861DFBD1E7E0}"/>
          </ac:spMkLst>
        </pc:spChg>
      </pc:sldChg>
      <pc:sldChg chg="addSp delSp modSp add mod ord modAnim">
        <pc:chgData name="Timo Grünenfelder (s)" userId="6dd4e91a-3212-45d1-aa5c-aa8b2c48d53e" providerId="ADAL" clId="{5429F8DF-B932-8B48-BD86-FB53FA13BE60}" dt="2024-12-20T17:17:11.603" v="1867"/>
        <pc:sldMkLst>
          <pc:docMk/>
          <pc:sldMk cId="2332174700" sldId="352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332174700" sldId="352"/>
            <ac:spMk id="2" creationId="{08D332B8-95A8-ECC3-6A95-8FC727EFD32B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332174700" sldId="352"/>
            <ac:spMk id="3" creationId="{E0977464-6C8A-5198-66CF-516778727FD4}"/>
          </ac:spMkLst>
        </pc:spChg>
        <pc:spChg chg="del">
          <ac:chgData name="Timo Grünenfelder (s)" userId="6dd4e91a-3212-45d1-aa5c-aa8b2c48d53e" providerId="ADAL" clId="{5429F8DF-B932-8B48-BD86-FB53FA13BE60}" dt="2024-12-20T17:17:11.188" v="1866" actId="478"/>
          <ac:spMkLst>
            <pc:docMk/>
            <pc:sldMk cId="2332174700" sldId="352"/>
            <ac:spMk id="4" creationId="{6AEB8D27-21EE-7182-26CB-46615F3D3BB8}"/>
          </ac:spMkLst>
        </pc:spChg>
        <pc:spChg chg="mod">
          <ac:chgData name="Timo Grünenfelder (s)" userId="6dd4e91a-3212-45d1-aa5c-aa8b2c48d53e" providerId="ADAL" clId="{5429F8DF-B932-8B48-BD86-FB53FA13BE60}" dt="2024-12-20T09:25:23.582" v="956" actId="1076"/>
          <ac:spMkLst>
            <pc:docMk/>
            <pc:sldMk cId="2332174700" sldId="352"/>
            <ac:spMk id="9" creationId="{41E31A06-8175-1359-81C5-1D843E0FF8EA}"/>
          </ac:spMkLst>
        </pc:spChg>
        <pc:spChg chg="mod">
          <ac:chgData name="Timo Grünenfelder (s)" userId="6dd4e91a-3212-45d1-aa5c-aa8b2c48d53e" providerId="ADAL" clId="{5429F8DF-B932-8B48-BD86-FB53FA13BE60}" dt="2024-12-20T09:27:07.921" v="963" actId="20577"/>
          <ac:spMkLst>
            <pc:docMk/>
            <pc:sldMk cId="2332174700" sldId="352"/>
            <ac:spMk id="12" creationId="{5CF49E77-6B4E-C623-5D66-272D5715D9DA}"/>
          </ac:spMkLst>
        </pc:spChg>
        <pc:spChg chg="add mod">
          <ac:chgData name="Timo Grünenfelder (s)" userId="6dd4e91a-3212-45d1-aa5c-aa8b2c48d53e" providerId="ADAL" clId="{5429F8DF-B932-8B48-BD86-FB53FA13BE60}" dt="2024-12-20T09:24:47.563" v="953"/>
          <ac:spMkLst>
            <pc:docMk/>
            <pc:sldMk cId="2332174700" sldId="352"/>
            <ac:spMk id="21" creationId="{8AB88C55-1F43-7F72-1FD5-0CF47D4C678A}"/>
          </ac:spMkLst>
        </pc:spChg>
        <pc:spChg chg="add mod">
          <ac:chgData name="Timo Grünenfelder (s)" userId="6dd4e91a-3212-45d1-aa5c-aa8b2c48d53e" providerId="ADAL" clId="{5429F8DF-B932-8B48-BD86-FB53FA13BE60}" dt="2024-12-20T09:27:30.031" v="965" actId="2085"/>
          <ac:spMkLst>
            <pc:docMk/>
            <pc:sldMk cId="2332174700" sldId="352"/>
            <ac:spMk id="29" creationId="{1DDE6533-1C88-9A24-754E-9218FA47F5AF}"/>
          </ac:spMkLst>
        </pc:spChg>
        <pc:spChg chg="add mod">
          <ac:chgData name="Timo Grünenfelder (s)" userId="6dd4e91a-3212-45d1-aa5c-aa8b2c48d53e" providerId="ADAL" clId="{5429F8DF-B932-8B48-BD86-FB53FA13BE60}" dt="2024-12-20T09:28:16.752" v="971" actId="1035"/>
          <ac:spMkLst>
            <pc:docMk/>
            <pc:sldMk cId="2332174700" sldId="352"/>
            <ac:spMk id="31" creationId="{82282182-D94D-E7C4-EC49-DB13102C2322}"/>
          </ac:spMkLst>
        </pc:spChg>
        <pc:spChg chg="add mod">
          <ac:chgData name="Timo Grünenfelder (s)" userId="6dd4e91a-3212-45d1-aa5c-aa8b2c48d53e" providerId="ADAL" clId="{5429F8DF-B932-8B48-BD86-FB53FA13BE60}" dt="2024-12-20T17:17:11.603" v="1867"/>
          <ac:spMkLst>
            <pc:docMk/>
            <pc:sldMk cId="2332174700" sldId="352"/>
            <ac:spMk id="33" creationId="{862500CC-26D6-F40B-4094-C82BEEF41D95}"/>
          </ac:spMkLst>
        </pc:spChg>
      </pc:sldChg>
      <pc:sldChg chg="addSp delSp modSp add mod ord delAnim modAnim">
        <pc:chgData name="Timo Grünenfelder (s)" userId="6dd4e91a-3212-45d1-aa5c-aa8b2c48d53e" providerId="ADAL" clId="{5429F8DF-B932-8B48-BD86-FB53FA13BE60}" dt="2024-12-20T17:17:40.676" v="1879"/>
        <pc:sldMkLst>
          <pc:docMk/>
          <pc:sldMk cId="1569984320" sldId="353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569984320" sldId="353"/>
            <ac:spMk id="2" creationId="{C5C07496-EEC0-584B-E8B7-A26CFE1F4B7B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569984320" sldId="353"/>
            <ac:spMk id="3" creationId="{5F6BD480-84EE-C9D9-57C8-9AA4780A3464}"/>
          </ac:spMkLst>
        </pc:spChg>
        <pc:spChg chg="del">
          <ac:chgData name="Timo Grünenfelder (s)" userId="6dd4e91a-3212-45d1-aa5c-aa8b2c48d53e" providerId="ADAL" clId="{5429F8DF-B932-8B48-BD86-FB53FA13BE60}" dt="2024-12-20T17:17:40.287" v="1878" actId="478"/>
          <ac:spMkLst>
            <pc:docMk/>
            <pc:sldMk cId="1569984320" sldId="353"/>
            <ac:spMk id="4" creationId="{EC4D58F3-1BEA-8F73-75FD-73C53B8D9B8A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6" creationId="{A522CA10-50E9-8879-D7B0-6396CCB5E39E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11" creationId="{914BB6A9-BD42-AE86-22F9-CB413CDE3495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12" creationId="{047DA141-AC43-40C8-7CD1-1FC9164E0179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15" creationId="{9A2B8788-4213-4543-4409-D104345E7F8A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17" creationId="{54CD31BA-5E46-184D-4144-DB6D7D1A0479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23" creationId="{2CBB83C2-0482-B174-134F-2B862BDAFBA3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26" creationId="{86CA7455-C54A-5418-FFAB-D6860E1025C9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28" creationId="{85430566-11FB-00A1-86F3-A1AB5BC88578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29" creationId="{D3C28151-219D-2BA8-7FD6-1A71F82AD4A6}"/>
          </ac:spMkLst>
        </pc:spChg>
        <pc:spChg chg="del">
          <ac:chgData name="Timo Grünenfelder (s)" userId="6dd4e91a-3212-45d1-aa5c-aa8b2c48d53e" providerId="ADAL" clId="{5429F8DF-B932-8B48-BD86-FB53FA13BE60}" dt="2024-12-20T09:43:14.308" v="1087" actId="478"/>
          <ac:spMkLst>
            <pc:docMk/>
            <pc:sldMk cId="1569984320" sldId="353"/>
            <ac:spMk id="31" creationId="{6CEAB3CF-507F-C553-D0AD-6C08166FCD5F}"/>
          </ac:spMkLst>
        </pc:spChg>
        <pc:spChg chg="add mod">
          <ac:chgData name="Timo Grünenfelder (s)" userId="6dd4e91a-3212-45d1-aa5c-aa8b2c48d53e" providerId="ADAL" clId="{5429F8DF-B932-8B48-BD86-FB53FA13BE60}" dt="2024-12-20T09:44:48.427" v="1105" actId="1582"/>
          <ac:spMkLst>
            <pc:docMk/>
            <pc:sldMk cId="1569984320" sldId="353"/>
            <ac:spMk id="34" creationId="{20395F19-E3F2-8D0F-BEF6-75F215C129EF}"/>
          </ac:spMkLst>
        </pc:spChg>
        <pc:spChg chg="add mod">
          <ac:chgData name="Timo Grünenfelder (s)" userId="6dd4e91a-3212-45d1-aa5c-aa8b2c48d53e" providerId="ADAL" clId="{5429F8DF-B932-8B48-BD86-FB53FA13BE60}" dt="2024-12-20T09:44:48.427" v="1105" actId="1582"/>
          <ac:spMkLst>
            <pc:docMk/>
            <pc:sldMk cId="1569984320" sldId="353"/>
            <ac:spMk id="35" creationId="{49629A5C-4A2C-A294-759D-2210AF5F3379}"/>
          </ac:spMkLst>
        </pc:spChg>
        <pc:spChg chg="add mod">
          <ac:chgData name="Timo Grünenfelder (s)" userId="6dd4e91a-3212-45d1-aa5c-aa8b2c48d53e" providerId="ADAL" clId="{5429F8DF-B932-8B48-BD86-FB53FA13BE60}" dt="2024-12-20T09:46:42.958" v="1145"/>
          <ac:spMkLst>
            <pc:docMk/>
            <pc:sldMk cId="1569984320" sldId="353"/>
            <ac:spMk id="36" creationId="{47FA57EA-3B23-2078-FA87-5C7BD332697C}"/>
          </ac:spMkLst>
        </pc:spChg>
        <pc:spChg chg="add mod">
          <ac:chgData name="Timo Grünenfelder (s)" userId="6dd4e91a-3212-45d1-aa5c-aa8b2c48d53e" providerId="ADAL" clId="{5429F8DF-B932-8B48-BD86-FB53FA13BE60}" dt="2024-12-20T17:17:40.676" v="1879"/>
          <ac:spMkLst>
            <pc:docMk/>
            <pc:sldMk cId="1569984320" sldId="353"/>
            <ac:spMk id="37" creationId="{89B999E4-5487-9B72-02F9-FE8A2DEDB345}"/>
          </ac:spMkLst>
        </pc:spChg>
        <pc:picChg chg="add mod">
          <ac:chgData name="Timo Grünenfelder (s)" userId="6dd4e91a-3212-45d1-aa5c-aa8b2c48d53e" providerId="ADAL" clId="{5429F8DF-B932-8B48-BD86-FB53FA13BE60}" dt="2024-12-20T09:49:34.051" v="1168" actId="1076"/>
          <ac:picMkLst>
            <pc:docMk/>
            <pc:sldMk cId="1569984320" sldId="353"/>
            <ac:picMk id="33" creationId="{98B44D2B-B4ED-1B9A-F773-5BF11AAEC3EE}"/>
          </ac:picMkLst>
        </pc:picChg>
      </pc:sldChg>
      <pc:sldChg chg="delSp add del mod delAnim">
        <pc:chgData name="Timo Grünenfelder (s)" userId="6dd4e91a-3212-45d1-aa5c-aa8b2c48d53e" providerId="ADAL" clId="{5429F8DF-B932-8B48-BD86-FB53FA13BE60}" dt="2024-12-20T12:18:10.323" v="1362" actId="2696"/>
        <pc:sldMkLst>
          <pc:docMk/>
          <pc:sldMk cId="1986838649" sldId="354"/>
        </pc:sldMkLst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3" creationId="{B0046882-479D-4F6D-F7FD-8EFD1822B989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7" creationId="{A185C3A2-00F1-C274-A43A-C0643ED1EA0B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8" creationId="{178C8A0E-BF8B-29AD-E91C-C2DB92A63E06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9" creationId="{11545AF8-CE35-0B4F-67F9-EAC36E5FD667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18" creationId="{1A4CC8A8-8EB2-6439-D391-8996F8F86119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19" creationId="{2BA4A787-9329-2BD6-9773-B81989F6AA49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20" creationId="{42600E16-542D-D524-2A97-0511D217FCF5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30" creationId="{0EB22DFE-800D-3F97-34C6-2FA114528DA6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32" creationId="{DDF38379-512E-7E2C-52FC-DD153FBFE648}"/>
          </ac:spMkLst>
        </pc:spChg>
        <pc:spChg chg="del">
          <ac:chgData name="Timo Grünenfelder (s)" userId="6dd4e91a-3212-45d1-aa5c-aa8b2c48d53e" providerId="ADAL" clId="{5429F8DF-B932-8B48-BD86-FB53FA13BE60}" dt="2024-12-20T09:46:48.397" v="1147" actId="478"/>
          <ac:spMkLst>
            <pc:docMk/>
            <pc:sldMk cId="1986838649" sldId="354"/>
            <ac:spMk id="35" creationId="{9291FD36-37A9-1884-F7C6-6E0483320527}"/>
          </ac:spMkLst>
        </pc:spChg>
        <pc:picChg chg="del">
          <ac:chgData name="Timo Grünenfelder (s)" userId="6dd4e91a-3212-45d1-aa5c-aa8b2c48d53e" providerId="ADAL" clId="{5429F8DF-B932-8B48-BD86-FB53FA13BE60}" dt="2024-12-20T09:46:50.417" v="1148" actId="478"/>
          <ac:picMkLst>
            <pc:docMk/>
            <pc:sldMk cId="1986838649" sldId="354"/>
            <ac:picMk id="33" creationId="{EF7EF4B0-2FAD-AD88-40DA-812C467761CE}"/>
          </ac:picMkLst>
        </pc:picChg>
      </pc:sldChg>
      <pc:sldChg chg="addSp delSp modSp add mod delAnim modAnim modNotesTx">
        <pc:chgData name="Timo Grünenfelder (s)" userId="6dd4e91a-3212-45d1-aa5c-aa8b2c48d53e" providerId="ADAL" clId="{5429F8DF-B932-8B48-BD86-FB53FA13BE60}" dt="2024-12-20T17:17:51.724" v="1883"/>
        <pc:sldMkLst>
          <pc:docMk/>
          <pc:sldMk cId="1243369643" sldId="355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243369643" sldId="355"/>
            <ac:spMk id="2" creationId="{31BA04DA-7A87-B5BF-D5DB-4CEB24CFE863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3" creationId="{FF72647A-9DCC-FCBD-FDD1-A1DAFBF17F28}"/>
          </ac:spMkLst>
        </pc:spChg>
        <pc:spChg chg="del">
          <ac:chgData name="Timo Grünenfelder (s)" userId="6dd4e91a-3212-45d1-aa5c-aa8b2c48d53e" providerId="ADAL" clId="{5429F8DF-B932-8B48-BD86-FB53FA13BE60}" dt="2024-12-20T17:17:51.309" v="1882" actId="478"/>
          <ac:spMkLst>
            <pc:docMk/>
            <pc:sldMk cId="1243369643" sldId="355"/>
            <ac:spMk id="4" creationId="{F073BDE7-04CC-08A4-03A1-05D9A6B1C9E2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7" creationId="{57AB4796-D8BA-9E62-E463-A1FBF839F3EC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8" creationId="{12E518B8-F62E-9EB7-4FA4-55FAEF1B1161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9" creationId="{CE060238-7B9D-58B4-B71E-BF39EE038EC8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10" creationId="{42C5A09A-C345-1D85-E0F7-BF1CFE91731B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18" creationId="{EF20B81D-7482-82C6-3B08-2C3839783ADF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19" creationId="{092DD250-136D-090B-4DD8-6C5EC026438E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20" creationId="{6540C0FB-DC7C-9053-197E-CFC262CA3DDA}"/>
          </ac:spMkLst>
        </pc:spChg>
        <pc:spChg chg="add mod">
          <ac:chgData name="Timo Grünenfelder (s)" userId="6dd4e91a-3212-45d1-aa5c-aa8b2c48d53e" providerId="ADAL" clId="{5429F8DF-B932-8B48-BD86-FB53FA13BE60}" dt="2024-12-20T09:54:47.687" v="1259" actId="1076"/>
          <ac:spMkLst>
            <pc:docMk/>
            <pc:sldMk cId="1243369643" sldId="355"/>
            <ac:spMk id="24" creationId="{AE743F08-6BC5-CE71-002B-89112A2D2193}"/>
          </ac:spMkLst>
        </pc:spChg>
        <pc:spChg chg="add mod">
          <ac:chgData name="Timo Grünenfelder (s)" userId="6dd4e91a-3212-45d1-aa5c-aa8b2c48d53e" providerId="ADAL" clId="{5429F8DF-B932-8B48-BD86-FB53FA13BE60}" dt="2024-12-20T09:54:47.687" v="1259" actId="1076"/>
          <ac:spMkLst>
            <pc:docMk/>
            <pc:sldMk cId="1243369643" sldId="355"/>
            <ac:spMk id="25" creationId="{F81145D5-7AD8-B82B-7694-0D9A1047ABA5}"/>
          </ac:spMkLst>
        </pc:spChg>
        <pc:spChg chg="add mod">
          <ac:chgData name="Timo Grünenfelder (s)" userId="6dd4e91a-3212-45d1-aa5c-aa8b2c48d53e" providerId="ADAL" clId="{5429F8DF-B932-8B48-BD86-FB53FA13BE60}" dt="2024-12-20T09:54:47.687" v="1259" actId="1076"/>
          <ac:spMkLst>
            <pc:docMk/>
            <pc:sldMk cId="1243369643" sldId="355"/>
            <ac:spMk id="27" creationId="{BD7A991D-B2A6-8596-4E54-D6136E980AA8}"/>
          </ac:spMkLst>
        </pc:spChg>
        <pc:spChg chg="add mod">
          <ac:chgData name="Timo Grünenfelder (s)" userId="6dd4e91a-3212-45d1-aa5c-aa8b2c48d53e" providerId="ADAL" clId="{5429F8DF-B932-8B48-BD86-FB53FA13BE60}" dt="2024-12-20T09:56:14.876" v="1284" actId="108"/>
          <ac:spMkLst>
            <pc:docMk/>
            <pc:sldMk cId="1243369643" sldId="355"/>
            <ac:spMk id="28" creationId="{4BBBECFC-3974-F3C3-B94D-9C1E48FC637F}"/>
          </ac:spMkLst>
        </pc:spChg>
        <pc:spChg chg="add mod">
          <ac:chgData name="Timo Grünenfelder (s)" userId="6dd4e91a-3212-45d1-aa5c-aa8b2c48d53e" providerId="ADAL" clId="{5429F8DF-B932-8B48-BD86-FB53FA13BE60}" dt="2024-12-20T09:57:12.946" v="1310" actId="108"/>
          <ac:spMkLst>
            <pc:docMk/>
            <pc:sldMk cId="1243369643" sldId="355"/>
            <ac:spMk id="29" creationId="{D8053C73-A129-007F-EB53-A46D6665DAEC}"/>
          </ac:spMkLst>
        </pc:spChg>
        <pc:spChg chg="add mod">
          <ac:chgData name="Timo Grünenfelder (s)" userId="6dd4e91a-3212-45d1-aa5c-aa8b2c48d53e" providerId="ADAL" clId="{5429F8DF-B932-8B48-BD86-FB53FA13BE60}" dt="2024-12-20T17:17:51.724" v="1883"/>
          <ac:spMkLst>
            <pc:docMk/>
            <pc:sldMk cId="1243369643" sldId="355"/>
            <ac:spMk id="31" creationId="{98BD0E24-7753-CA0B-EFB8-33C3877C7D62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32" creationId="{E3CBBA13-A476-B25D-9415-F3BCF5D6427D}"/>
          </ac:spMkLst>
        </pc:spChg>
        <pc:spChg chg="del">
          <ac:chgData name="Timo Grünenfelder (s)" userId="6dd4e91a-3212-45d1-aa5c-aa8b2c48d53e" providerId="ADAL" clId="{5429F8DF-B932-8B48-BD86-FB53FA13BE60}" dt="2024-12-20T09:48:18.213" v="1150" actId="478"/>
          <ac:spMkLst>
            <pc:docMk/>
            <pc:sldMk cId="1243369643" sldId="355"/>
            <ac:spMk id="34" creationId="{A8396874-6EE7-45EC-D380-A1E2684B0A7A}"/>
          </ac:spMkLst>
        </pc:spChg>
        <pc:picChg chg="add del mod">
          <ac:chgData name="Timo Grünenfelder (s)" userId="6dd4e91a-3212-45d1-aa5c-aa8b2c48d53e" providerId="ADAL" clId="{5429F8DF-B932-8B48-BD86-FB53FA13BE60}" dt="2024-12-20T09:50:49.610" v="1179" actId="478"/>
          <ac:picMkLst>
            <pc:docMk/>
            <pc:sldMk cId="1243369643" sldId="355"/>
            <ac:picMk id="16" creationId="{80EE0C8F-C2FC-1D32-8A1F-562F66281925}"/>
          </ac:picMkLst>
        </pc:picChg>
        <pc:picChg chg="add del mod">
          <ac:chgData name="Timo Grünenfelder (s)" userId="6dd4e91a-3212-45d1-aa5c-aa8b2c48d53e" providerId="ADAL" clId="{5429F8DF-B932-8B48-BD86-FB53FA13BE60}" dt="2024-12-20T09:54:21.612" v="1256" actId="478"/>
          <ac:picMkLst>
            <pc:docMk/>
            <pc:sldMk cId="1243369643" sldId="355"/>
            <ac:picMk id="21" creationId="{70894FFC-36A8-976B-6562-03BF974BA3E8}"/>
          </ac:picMkLst>
        </pc:picChg>
        <pc:picChg chg="add del mod">
          <ac:chgData name="Timo Grünenfelder (s)" userId="6dd4e91a-3212-45d1-aa5c-aa8b2c48d53e" providerId="ADAL" clId="{5429F8DF-B932-8B48-BD86-FB53FA13BE60}" dt="2024-12-20T09:54:20.805" v="1255" actId="478"/>
          <ac:picMkLst>
            <pc:docMk/>
            <pc:sldMk cId="1243369643" sldId="355"/>
            <ac:picMk id="23" creationId="{7E4C8188-8D41-1F6F-5157-A17CA8EA7C18}"/>
          </ac:picMkLst>
        </pc:picChg>
        <pc:picChg chg="del">
          <ac:chgData name="Timo Grünenfelder (s)" userId="6dd4e91a-3212-45d1-aa5c-aa8b2c48d53e" providerId="ADAL" clId="{5429F8DF-B932-8B48-BD86-FB53FA13BE60}" dt="2024-12-20T09:48:21.010" v="1151" actId="478"/>
          <ac:picMkLst>
            <pc:docMk/>
            <pc:sldMk cId="1243369643" sldId="355"/>
            <ac:picMk id="33" creationId="{5E949308-377C-8B29-4749-BE2D25DAB24C}"/>
          </ac:picMkLst>
        </pc:picChg>
        <pc:cxnChg chg="add mod">
          <ac:chgData name="Timo Grünenfelder (s)" userId="6dd4e91a-3212-45d1-aa5c-aa8b2c48d53e" providerId="ADAL" clId="{5429F8DF-B932-8B48-BD86-FB53FA13BE60}" dt="2024-12-20T09:54:47.687" v="1259" actId="1076"/>
          <ac:cxnSpMkLst>
            <pc:docMk/>
            <pc:sldMk cId="1243369643" sldId="355"/>
            <ac:cxnSpMk id="6" creationId="{7ECA5583-3BDD-B546-EF89-C599E5D519BD}"/>
          </ac:cxnSpMkLst>
        </pc:cxnChg>
        <pc:cxnChg chg="add mod">
          <ac:chgData name="Timo Grünenfelder (s)" userId="6dd4e91a-3212-45d1-aa5c-aa8b2c48d53e" providerId="ADAL" clId="{5429F8DF-B932-8B48-BD86-FB53FA13BE60}" dt="2024-12-20T09:54:47.687" v="1259" actId="1076"/>
          <ac:cxnSpMkLst>
            <pc:docMk/>
            <pc:sldMk cId="1243369643" sldId="355"/>
            <ac:cxnSpMk id="11" creationId="{F8F9D566-69CA-69BB-DE78-F8900C45DC91}"/>
          </ac:cxnSpMkLst>
        </pc:cxnChg>
        <pc:cxnChg chg="add mod">
          <ac:chgData name="Timo Grünenfelder (s)" userId="6dd4e91a-3212-45d1-aa5c-aa8b2c48d53e" providerId="ADAL" clId="{5429F8DF-B932-8B48-BD86-FB53FA13BE60}" dt="2024-12-20T09:54:47.687" v="1259" actId="1076"/>
          <ac:cxnSpMkLst>
            <pc:docMk/>
            <pc:sldMk cId="1243369643" sldId="355"/>
            <ac:cxnSpMk id="14" creationId="{A1815BB4-AB58-A316-23F2-6B458A466335}"/>
          </ac:cxnSpMkLst>
        </pc:cxnChg>
        <pc:cxnChg chg="add mod">
          <ac:chgData name="Timo Grünenfelder (s)" userId="6dd4e91a-3212-45d1-aa5c-aa8b2c48d53e" providerId="ADAL" clId="{5429F8DF-B932-8B48-BD86-FB53FA13BE60}" dt="2024-12-20T09:54:47.687" v="1259" actId="1076"/>
          <ac:cxnSpMkLst>
            <pc:docMk/>
            <pc:sldMk cId="1243369643" sldId="355"/>
            <ac:cxnSpMk id="15" creationId="{CD377636-1361-9CEA-8980-090DCB9A0780}"/>
          </ac:cxnSpMkLst>
        </pc:cxnChg>
      </pc:sldChg>
      <pc:sldChg chg="add del">
        <pc:chgData name="Timo Grünenfelder (s)" userId="6dd4e91a-3212-45d1-aa5c-aa8b2c48d53e" providerId="ADAL" clId="{5429F8DF-B932-8B48-BD86-FB53FA13BE60}" dt="2024-12-20T09:56:26.256" v="1288" actId="2696"/>
        <pc:sldMkLst>
          <pc:docMk/>
          <pc:sldMk cId="2302877913" sldId="356"/>
        </pc:sldMkLst>
      </pc:sldChg>
      <pc:sldChg chg="add del">
        <pc:chgData name="Timo Grünenfelder (s)" userId="6dd4e91a-3212-45d1-aa5c-aa8b2c48d53e" providerId="ADAL" clId="{5429F8DF-B932-8B48-BD86-FB53FA13BE60}" dt="2024-12-20T09:56:24.947" v="1287" actId="2696"/>
        <pc:sldMkLst>
          <pc:docMk/>
          <pc:sldMk cId="1268029201" sldId="357"/>
        </pc:sldMkLst>
      </pc:sldChg>
      <pc:sldChg chg="addSp delSp modSp add mod ord">
        <pc:chgData name="Timo Grünenfelder (s)" userId="6dd4e91a-3212-45d1-aa5c-aa8b2c48d53e" providerId="ADAL" clId="{5429F8DF-B932-8B48-BD86-FB53FA13BE60}" dt="2024-12-20T17:17:17.284" v="1869"/>
        <pc:sldMkLst>
          <pc:docMk/>
          <pc:sldMk cId="4006861173" sldId="358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4006861173" sldId="358"/>
            <ac:spMk id="2" creationId="{7723744F-89E5-3917-EC1D-9480FC50B383}"/>
          </ac:spMkLst>
        </pc:spChg>
        <pc:spChg chg="add mod">
          <ac:chgData name="Timo Grünenfelder (s)" userId="6dd4e91a-3212-45d1-aa5c-aa8b2c48d53e" providerId="ADAL" clId="{5429F8DF-B932-8B48-BD86-FB53FA13BE60}" dt="2024-12-20T17:17:17.284" v="1869"/>
          <ac:spMkLst>
            <pc:docMk/>
            <pc:sldMk cId="4006861173" sldId="358"/>
            <ac:spMk id="3" creationId="{45B871BC-1B40-D7A4-6D25-6BA940152684}"/>
          </ac:spMkLst>
        </pc:spChg>
        <pc:spChg chg="del">
          <ac:chgData name="Timo Grünenfelder (s)" userId="6dd4e91a-3212-45d1-aa5c-aa8b2c48d53e" providerId="ADAL" clId="{5429F8DF-B932-8B48-BD86-FB53FA13BE60}" dt="2024-12-20T17:17:16.832" v="1868" actId="478"/>
          <ac:spMkLst>
            <pc:docMk/>
            <pc:sldMk cId="4006861173" sldId="358"/>
            <ac:spMk id="4" creationId="{D33051AA-AF5B-7869-60F0-F0B523F92D72}"/>
          </ac:spMkLst>
        </pc:spChg>
        <pc:spChg chg="del">
          <ac:chgData name="Timo Grünenfelder (s)" userId="6dd4e91a-3212-45d1-aa5c-aa8b2c48d53e" providerId="ADAL" clId="{5429F8DF-B932-8B48-BD86-FB53FA13BE60}" dt="2024-12-20T09:57:40.104" v="1317" actId="478"/>
          <ac:spMkLst>
            <pc:docMk/>
            <pc:sldMk cId="4006861173" sldId="358"/>
            <ac:spMk id="25" creationId="{C8175AF1-6586-4EDE-3E97-82377EC2A03B}"/>
          </ac:spMkLst>
        </pc:spChg>
        <pc:spChg chg="del">
          <ac:chgData name="Timo Grünenfelder (s)" userId="6dd4e91a-3212-45d1-aa5c-aa8b2c48d53e" providerId="ADAL" clId="{5429F8DF-B932-8B48-BD86-FB53FA13BE60}" dt="2024-12-20T09:57:38.101" v="1316" actId="478"/>
          <ac:spMkLst>
            <pc:docMk/>
            <pc:sldMk cId="4006861173" sldId="358"/>
            <ac:spMk id="27" creationId="{276DDC86-101E-5C6E-F537-60282496D1ED}"/>
          </ac:spMkLst>
        </pc:spChg>
        <pc:spChg chg="del mod">
          <ac:chgData name="Timo Grünenfelder (s)" userId="6dd4e91a-3212-45d1-aa5c-aa8b2c48d53e" providerId="ADAL" clId="{5429F8DF-B932-8B48-BD86-FB53FA13BE60}" dt="2024-12-20T09:57:18.270" v="1312" actId="478"/>
          <ac:spMkLst>
            <pc:docMk/>
            <pc:sldMk cId="4006861173" sldId="358"/>
            <ac:spMk id="28" creationId="{1E952099-E0C4-905E-7353-60A81305FA72}"/>
          </ac:spMkLst>
        </pc:spChg>
        <pc:spChg chg="del mod">
          <ac:chgData name="Timo Grünenfelder (s)" userId="6dd4e91a-3212-45d1-aa5c-aa8b2c48d53e" providerId="ADAL" clId="{5429F8DF-B932-8B48-BD86-FB53FA13BE60}" dt="2024-12-20T09:57:19.679" v="1313" actId="478"/>
          <ac:spMkLst>
            <pc:docMk/>
            <pc:sldMk cId="4006861173" sldId="358"/>
            <ac:spMk id="29" creationId="{267B3B11-BD49-10D4-479F-28BE38880E75}"/>
          </ac:spMkLst>
        </pc:spChg>
      </pc:sldChg>
      <pc:sldChg chg="addSp delSp modSp add mod">
        <pc:chgData name="Timo Grünenfelder (s)" userId="6dd4e91a-3212-45d1-aa5c-aa8b2c48d53e" providerId="ADAL" clId="{5429F8DF-B932-8B48-BD86-FB53FA13BE60}" dt="2024-12-20T17:17:36.006" v="1877"/>
        <pc:sldMkLst>
          <pc:docMk/>
          <pc:sldMk cId="1663125079" sldId="359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663125079" sldId="359"/>
            <ac:spMk id="2" creationId="{884E8223-2F04-2605-537C-64C1F43AAB94}"/>
          </ac:spMkLst>
        </pc:spChg>
        <pc:spChg chg="add mod">
          <ac:chgData name="Timo Grünenfelder (s)" userId="6dd4e91a-3212-45d1-aa5c-aa8b2c48d53e" providerId="ADAL" clId="{5429F8DF-B932-8B48-BD86-FB53FA13BE60}" dt="2024-12-20T17:17:36.006" v="1877"/>
          <ac:spMkLst>
            <pc:docMk/>
            <pc:sldMk cId="1663125079" sldId="359"/>
            <ac:spMk id="3" creationId="{ACA9B8A5-A5FC-A383-13DF-B8B167127D8C}"/>
          </ac:spMkLst>
        </pc:spChg>
        <pc:spChg chg="del">
          <ac:chgData name="Timo Grünenfelder (s)" userId="6dd4e91a-3212-45d1-aa5c-aa8b2c48d53e" providerId="ADAL" clId="{5429F8DF-B932-8B48-BD86-FB53FA13BE60}" dt="2024-12-20T17:17:35.571" v="1876" actId="478"/>
          <ac:spMkLst>
            <pc:docMk/>
            <pc:sldMk cId="1663125079" sldId="359"/>
            <ac:spMk id="4" creationId="{EFD2D2D6-4C8B-6E91-669A-AFE9802A9EE7}"/>
          </ac:spMkLst>
        </pc:spChg>
        <pc:spChg chg="del">
          <ac:chgData name="Timo Grünenfelder (s)" userId="6dd4e91a-3212-45d1-aa5c-aa8b2c48d53e" providerId="ADAL" clId="{5429F8DF-B932-8B48-BD86-FB53FA13BE60}" dt="2024-12-20T09:58:28.591" v="1320" actId="478"/>
          <ac:spMkLst>
            <pc:docMk/>
            <pc:sldMk cId="1663125079" sldId="359"/>
            <ac:spMk id="28" creationId="{3D56C047-16D4-A669-E937-3AF4B6954FBC}"/>
          </ac:spMkLst>
        </pc:spChg>
        <pc:spChg chg="del">
          <ac:chgData name="Timo Grünenfelder (s)" userId="6dd4e91a-3212-45d1-aa5c-aa8b2c48d53e" providerId="ADAL" clId="{5429F8DF-B932-8B48-BD86-FB53FA13BE60}" dt="2024-12-20T09:58:28.591" v="1320" actId="478"/>
          <ac:spMkLst>
            <pc:docMk/>
            <pc:sldMk cId="1663125079" sldId="359"/>
            <ac:spMk id="29" creationId="{D04DE15B-1524-4D88-D330-4258A01A60F6}"/>
          </ac:spMkLst>
        </pc:spChg>
      </pc:sldChg>
      <pc:sldChg chg="addSp delSp modSp add mod">
        <pc:chgData name="Timo Grünenfelder (s)" userId="6dd4e91a-3212-45d1-aa5c-aa8b2c48d53e" providerId="ADAL" clId="{5429F8DF-B932-8B48-BD86-FB53FA13BE60}" dt="2024-12-20T17:17:21.593" v="1871"/>
        <pc:sldMkLst>
          <pc:docMk/>
          <pc:sldMk cId="2910386520" sldId="360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910386520" sldId="360"/>
            <ac:spMk id="2" creationId="{2EDD257F-1B0E-9A5F-DAAE-5E0695FF1FC8}"/>
          </ac:spMkLst>
        </pc:spChg>
        <pc:spChg chg="add mod">
          <ac:chgData name="Timo Grünenfelder (s)" userId="6dd4e91a-3212-45d1-aa5c-aa8b2c48d53e" providerId="ADAL" clId="{5429F8DF-B932-8B48-BD86-FB53FA13BE60}" dt="2024-12-20T17:17:21.593" v="1871"/>
          <ac:spMkLst>
            <pc:docMk/>
            <pc:sldMk cId="2910386520" sldId="360"/>
            <ac:spMk id="3" creationId="{25DA742C-4C89-159A-20CB-D87F1308A632}"/>
          </ac:spMkLst>
        </pc:spChg>
        <pc:spChg chg="del">
          <ac:chgData name="Timo Grünenfelder (s)" userId="6dd4e91a-3212-45d1-aa5c-aa8b2c48d53e" providerId="ADAL" clId="{5429F8DF-B932-8B48-BD86-FB53FA13BE60}" dt="2024-12-20T17:17:21.158" v="1870" actId="478"/>
          <ac:spMkLst>
            <pc:docMk/>
            <pc:sldMk cId="2910386520" sldId="360"/>
            <ac:spMk id="4" creationId="{EDF0B75A-8A6E-802C-42A1-464897BC2373}"/>
          </ac:spMkLst>
        </pc:spChg>
        <pc:spChg chg="del">
          <ac:chgData name="Timo Grünenfelder (s)" userId="6dd4e91a-3212-45d1-aa5c-aa8b2c48d53e" providerId="ADAL" clId="{5429F8DF-B932-8B48-BD86-FB53FA13BE60}" dt="2024-12-20T09:57:54.530" v="1318" actId="478"/>
          <ac:spMkLst>
            <pc:docMk/>
            <pc:sldMk cId="2910386520" sldId="360"/>
            <ac:spMk id="25" creationId="{55574BF2-45D8-5BEE-14AF-4790499D05BA}"/>
          </ac:spMkLst>
        </pc:spChg>
      </pc:sldChg>
      <pc:sldChg chg="addSp delSp modSp add mod modNotesTx">
        <pc:chgData name="Timo Grünenfelder (s)" userId="6dd4e91a-3212-45d1-aa5c-aa8b2c48d53e" providerId="ADAL" clId="{5429F8DF-B932-8B48-BD86-FB53FA13BE60}" dt="2024-12-20T17:17:47.369" v="1881"/>
        <pc:sldMkLst>
          <pc:docMk/>
          <pc:sldMk cId="921898892" sldId="361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921898892" sldId="361"/>
            <ac:spMk id="2" creationId="{502FA17F-4F88-7E7F-9298-9A2D01ED56E5}"/>
          </ac:spMkLst>
        </pc:spChg>
        <pc:spChg chg="add mod">
          <ac:chgData name="Timo Grünenfelder (s)" userId="6dd4e91a-3212-45d1-aa5c-aa8b2c48d53e" providerId="ADAL" clId="{5429F8DF-B932-8B48-BD86-FB53FA13BE60}" dt="2024-12-20T17:17:47.369" v="1881"/>
          <ac:spMkLst>
            <pc:docMk/>
            <pc:sldMk cId="921898892" sldId="361"/>
            <ac:spMk id="3" creationId="{0B958DFA-665A-C7C0-2C02-7B56E1A7B0F7}"/>
          </ac:spMkLst>
        </pc:spChg>
        <pc:spChg chg="del">
          <ac:chgData name="Timo Grünenfelder (s)" userId="6dd4e91a-3212-45d1-aa5c-aa8b2c48d53e" providerId="ADAL" clId="{5429F8DF-B932-8B48-BD86-FB53FA13BE60}" dt="2024-12-20T17:17:46.964" v="1880" actId="478"/>
          <ac:spMkLst>
            <pc:docMk/>
            <pc:sldMk cId="921898892" sldId="361"/>
            <ac:spMk id="4" creationId="{1F3AB9B8-24B7-04C7-49C9-19A6EF640F57}"/>
          </ac:spMkLst>
        </pc:spChg>
      </pc:sldChg>
      <pc:sldChg chg="addSp delSp modSp add mod ord modAnim">
        <pc:chgData name="Timo Grünenfelder (s)" userId="6dd4e91a-3212-45d1-aa5c-aa8b2c48d53e" providerId="ADAL" clId="{5429F8DF-B932-8B48-BD86-FB53FA13BE60}" dt="2024-12-20T17:17:27.858" v="1873"/>
        <pc:sldMkLst>
          <pc:docMk/>
          <pc:sldMk cId="1200462137" sldId="362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200462137" sldId="362"/>
            <ac:spMk id="2" creationId="{295D0A77-AA3F-08A9-13BE-8DD4892FBAF5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1200462137" sldId="362"/>
            <ac:spMk id="3" creationId="{F5759765-0D49-0A65-BD6F-44FAEBB79CEF}"/>
          </ac:spMkLst>
        </pc:spChg>
        <pc:spChg chg="del">
          <ac:chgData name="Timo Grünenfelder (s)" userId="6dd4e91a-3212-45d1-aa5c-aa8b2c48d53e" providerId="ADAL" clId="{5429F8DF-B932-8B48-BD86-FB53FA13BE60}" dt="2024-12-20T17:17:27.352" v="1872" actId="478"/>
          <ac:spMkLst>
            <pc:docMk/>
            <pc:sldMk cId="1200462137" sldId="362"/>
            <ac:spMk id="4" creationId="{7B975BD9-FF0A-52C3-C879-474ABBCA1944}"/>
          </ac:spMkLst>
        </pc:spChg>
        <pc:spChg chg="mod">
          <ac:chgData name="Timo Grünenfelder (s)" userId="6dd4e91a-3212-45d1-aa5c-aa8b2c48d53e" providerId="ADAL" clId="{5429F8DF-B932-8B48-BD86-FB53FA13BE60}" dt="2024-12-20T09:59:54.928" v="1329" actId="1076"/>
          <ac:spMkLst>
            <pc:docMk/>
            <pc:sldMk cId="1200462137" sldId="362"/>
            <ac:spMk id="6" creationId="{4F123765-4AA1-FD17-7301-B1897FCD3A14}"/>
          </ac:spMkLst>
        </pc:spChg>
        <pc:spChg chg="add mod">
          <ac:chgData name="Timo Grünenfelder (s)" userId="6dd4e91a-3212-45d1-aa5c-aa8b2c48d53e" providerId="ADAL" clId="{5429F8DF-B932-8B48-BD86-FB53FA13BE60}" dt="2024-12-20T09:59:46.554" v="1325" actId="1076"/>
          <ac:spMkLst>
            <pc:docMk/>
            <pc:sldMk cId="1200462137" sldId="362"/>
            <ac:spMk id="21" creationId="{FD63CAF3-E06C-7973-B99C-CC6E9A20B677}"/>
          </ac:spMkLst>
        </pc:spChg>
        <pc:spChg chg="mod">
          <ac:chgData name="Timo Grünenfelder (s)" userId="6dd4e91a-3212-45d1-aa5c-aa8b2c48d53e" providerId="ADAL" clId="{5429F8DF-B932-8B48-BD86-FB53FA13BE60}" dt="2024-12-20T10:00:24.117" v="1351" actId="20577"/>
          <ac:spMkLst>
            <pc:docMk/>
            <pc:sldMk cId="1200462137" sldId="362"/>
            <ac:spMk id="32" creationId="{C0B6651D-03BB-A8A8-6D41-9C417B0CA863}"/>
          </ac:spMkLst>
        </pc:spChg>
        <pc:spChg chg="add mod">
          <ac:chgData name="Timo Grünenfelder (s)" userId="6dd4e91a-3212-45d1-aa5c-aa8b2c48d53e" providerId="ADAL" clId="{5429F8DF-B932-8B48-BD86-FB53FA13BE60}" dt="2024-12-20T09:59:46.554" v="1325" actId="1076"/>
          <ac:spMkLst>
            <pc:docMk/>
            <pc:sldMk cId="1200462137" sldId="362"/>
            <ac:spMk id="33" creationId="{ACC62810-49BA-7BCE-BE42-D1F5686E27CB}"/>
          </ac:spMkLst>
        </pc:spChg>
        <pc:spChg chg="add mod">
          <ac:chgData name="Timo Grünenfelder (s)" userId="6dd4e91a-3212-45d1-aa5c-aa8b2c48d53e" providerId="ADAL" clId="{5429F8DF-B932-8B48-BD86-FB53FA13BE60}" dt="2024-12-20T17:17:27.858" v="1873"/>
          <ac:spMkLst>
            <pc:docMk/>
            <pc:sldMk cId="1200462137" sldId="362"/>
            <ac:spMk id="35" creationId="{0474CE98-F72A-5544-0953-F1C0E948F4E7}"/>
          </ac:spMkLst>
        </pc:spChg>
        <pc:picChg chg="add mod">
          <ac:chgData name="Timo Grünenfelder (s)" userId="6dd4e91a-3212-45d1-aa5c-aa8b2c48d53e" providerId="ADAL" clId="{5429F8DF-B932-8B48-BD86-FB53FA13BE60}" dt="2024-12-20T09:59:58.890" v="1330" actId="1076"/>
          <ac:picMkLst>
            <pc:docMk/>
            <pc:sldMk cId="1200462137" sldId="362"/>
            <ac:picMk id="34" creationId="{6AFC7A99-30CC-A202-5A8D-7F4B9CF9C194}"/>
          </ac:picMkLst>
        </pc:picChg>
      </pc:sldChg>
      <pc:sldChg chg="addSp delSp modSp add mod modAnim">
        <pc:chgData name="Timo Grünenfelder (s)" userId="6dd4e91a-3212-45d1-aa5c-aa8b2c48d53e" providerId="ADAL" clId="{5429F8DF-B932-8B48-BD86-FB53FA13BE60}" dt="2024-12-20T17:17:32.097" v="1875"/>
        <pc:sldMkLst>
          <pc:docMk/>
          <pc:sldMk cId="952954955" sldId="363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952954955" sldId="363"/>
            <ac:spMk id="2" creationId="{DA35927F-043E-8679-E71A-4A098C306893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952954955" sldId="363"/>
            <ac:spMk id="3" creationId="{67EF299B-493C-8FDF-17A2-C120E3291659}"/>
          </ac:spMkLst>
        </pc:spChg>
        <pc:spChg chg="del">
          <ac:chgData name="Timo Grünenfelder (s)" userId="6dd4e91a-3212-45d1-aa5c-aa8b2c48d53e" providerId="ADAL" clId="{5429F8DF-B932-8B48-BD86-FB53FA13BE60}" dt="2024-12-20T17:17:31.669" v="1874" actId="478"/>
          <ac:spMkLst>
            <pc:docMk/>
            <pc:sldMk cId="952954955" sldId="363"/>
            <ac:spMk id="4" creationId="{4243C83C-F5A1-93B8-4C58-E701BC82D368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5" creationId="{89D56019-BA82-0126-D86B-3271033DCA47}"/>
          </ac:spMkLst>
        </pc:spChg>
        <pc:spChg chg="mod">
          <ac:chgData name="Timo Grünenfelder (s)" userId="6dd4e91a-3212-45d1-aa5c-aa8b2c48d53e" providerId="ADAL" clId="{5429F8DF-B932-8B48-BD86-FB53FA13BE60}" dt="2024-12-20T12:13:45.476" v="1355" actId="208"/>
          <ac:spMkLst>
            <pc:docMk/>
            <pc:sldMk cId="952954955" sldId="363"/>
            <ac:spMk id="6" creationId="{56921F52-ED82-6E3F-31C4-0299D8A557F0}"/>
          </ac:spMkLst>
        </pc:spChg>
        <pc:spChg chg="mod">
          <ac:chgData name="Timo Grünenfelder (s)" userId="6dd4e91a-3212-45d1-aa5c-aa8b2c48d53e" providerId="ADAL" clId="{5429F8DF-B932-8B48-BD86-FB53FA13BE60}" dt="2024-12-20T10:00:43.253" v="1353" actId="207"/>
          <ac:spMkLst>
            <pc:docMk/>
            <pc:sldMk cId="952954955" sldId="363"/>
            <ac:spMk id="7" creationId="{C1B45199-2F69-95E3-424A-0CBC429471C6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11" creationId="{90B06A74-2182-C5AE-F894-2938105A0301}"/>
          </ac:spMkLst>
        </pc:spChg>
        <pc:spChg chg="mod">
          <ac:chgData name="Timo Grünenfelder (s)" userId="6dd4e91a-3212-45d1-aa5c-aa8b2c48d53e" providerId="ADAL" clId="{5429F8DF-B932-8B48-BD86-FB53FA13BE60}" dt="2024-12-20T12:13:45.476" v="1355" actId="208"/>
          <ac:spMkLst>
            <pc:docMk/>
            <pc:sldMk cId="952954955" sldId="363"/>
            <ac:spMk id="12" creationId="{0BA1BB0A-F410-B6CD-DBDD-4F67B2884090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14" creationId="{6E8A8665-9D98-EBB6-2CEC-4D6F1A9FD472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15" creationId="{A64F27B2-F906-CD6E-9D25-05558A774A87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16" creationId="{27308457-1431-D16A-776E-EEF89B87B1E5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17" creationId="{C38D69EA-A15B-1A60-64E4-B237664D1211}"/>
          </ac:spMkLst>
        </pc:spChg>
        <pc:spChg chg="mod">
          <ac:chgData name="Timo Grünenfelder (s)" userId="6dd4e91a-3212-45d1-aa5c-aa8b2c48d53e" providerId="ADAL" clId="{5429F8DF-B932-8B48-BD86-FB53FA13BE60}" dt="2024-12-20T16:55:05.488" v="1798" actId="1076"/>
          <ac:spMkLst>
            <pc:docMk/>
            <pc:sldMk cId="952954955" sldId="363"/>
            <ac:spMk id="20" creationId="{CA09F5A1-B92C-4A9C-1EB1-8B6E25DC0B4F}"/>
          </ac:spMkLst>
        </pc:spChg>
        <pc:spChg chg="mod">
          <ac:chgData name="Timo Grünenfelder (s)" userId="6dd4e91a-3212-45d1-aa5c-aa8b2c48d53e" providerId="ADAL" clId="{5429F8DF-B932-8B48-BD86-FB53FA13BE60}" dt="2024-12-20T12:14:14.310" v="1358" actId="207"/>
          <ac:spMkLst>
            <pc:docMk/>
            <pc:sldMk cId="952954955" sldId="363"/>
            <ac:spMk id="23" creationId="{11C5C14C-6DFE-4C75-C51B-2A18BD8BD248}"/>
          </ac:spMkLst>
        </pc:spChg>
        <pc:spChg chg="mod">
          <ac:chgData name="Timo Grünenfelder (s)" userId="6dd4e91a-3212-45d1-aa5c-aa8b2c48d53e" providerId="ADAL" clId="{5429F8DF-B932-8B48-BD86-FB53FA13BE60}" dt="2024-12-20T12:14:14.310" v="1358" actId="207"/>
          <ac:spMkLst>
            <pc:docMk/>
            <pc:sldMk cId="952954955" sldId="363"/>
            <ac:spMk id="24" creationId="{59C7CF84-08C4-DBAA-A5C1-E7EDC5337432}"/>
          </ac:spMkLst>
        </pc:spChg>
        <pc:spChg chg="mod">
          <ac:chgData name="Timo Grünenfelder (s)" userId="6dd4e91a-3212-45d1-aa5c-aa8b2c48d53e" providerId="ADAL" clId="{5429F8DF-B932-8B48-BD86-FB53FA13BE60}" dt="2024-12-20T12:14:14.310" v="1358" actId="207"/>
          <ac:spMkLst>
            <pc:docMk/>
            <pc:sldMk cId="952954955" sldId="363"/>
            <ac:spMk id="25" creationId="{4306FCCA-CA6C-DE4A-4A42-7F630B16B83B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26" creationId="{D9101729-B2EC-84DC-853E-7FD418D84925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27" creationId="{7A3A7E5C-E1C8-8FF5-7455-0CDA20A25C84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28" creationId="{C3A59B2D-44BE-3AEA-CBEB-DA3DCB474006}"/>
          </ac:spMkLst>
        </pc:spChg>
        <pc:spChg chg="mod">
          <ac:chgData name="Timo Grünenfelder (s)" userId="6dd4e91a-3212-45d1-aa5c-aa8b2c48d53e" providerId="ADAL" clId="{5429F8DF-B932-8B48-BD86-FB53FA13BE60}" dt="2024-12-20T12:13:57.408" v="1356" actId="207"/>
          <ac:spMkLst>
            <pc:docMk/>
            <pc:sldMk cId="952954955" sldId="363"/>
            <ac:spMk id="31" creationId="{8648AD39-0283-1F6E-BA2A-68C2A29D6CFE}"/>
          </ac:spMkLst>
        </pc:spChg>
        <pc:spChg chg="mod">
          <ac:chgData name="Timo Grünenfelder (s)" userId="6dd4e91a-3212-45d1-aa5c-aa8b2c48d53e" providerId="ADAL" clId="{5429F8DF-B932-8B48-BD86-FB53FA13BE60}" dt="2024-12-20T10:00:35.480" v="1352" actId="167"/>
          <ac:spMkLst>
            <pc:docMk/>
            <pc:sldMk cId="952954955" sldId="363"/>
            <ac:spMk id="33" creationId="{DD70B776-B964-27F4-0B6D-11056238C6F8}"/>
          </ac:spMkLst>
        </pc:spChg>
        <pc:spChg chg="add del mod">
          <ac:chgData name="Timo Grünenfelder (s)" userId="6dd4e91a-3212-45d1-aa5c-aa8b2c48d53e" providerId="ADAL" clId="{5429F8DF-B932-8B48-BD86-FB53FA13BE60}" dt="2024-12-20T12:14:15.576" v="1360"/>
          <ac:spMkLst>
            <pc:docMk/>
            <pc:sldMk cId="952954955" sldId="363"/>
            <ac:spMk id="35" creationId="{3CE51F40-0844-8EE6-5302-A0395542D770}"/>
          </ac:spMkLst>
        </pc:spChg>
        <pc:spChg chg="add mod">
          <ac:chgData name="Timo Grünenfelder (s)" userId="6dd4e91a-3212-45d1-aa5c-aa8b2c48d53e" providerId="ADAL" clId="{5429F8DF-B932-8B48-BD86-FB53FA13BE60}" dt="2024-12-20T16:54:57.654" v="1797" actId="1076"/>
          <ac:spMkLst>
            <pc:docMk/>
            <pc:sldMk cId="952954955" sldId="363"/>
            <ac:spMk id="36" creationId="{D378BE01-9976-712C-F998-A458E797AE42}"/>
          </ac:spMkLst>
        </pc:spChg>
        <pc:spChg chg="add mod">
          <ac:chgData name="Timo Grünenfelder (s)" userId="6dd4e91a-3212-45d1-aa5c-aa8b2c48d53e" providerId="ADAL" clId="{5429F8DF-B932-8B48-BD86-FB53FA13BE60}" dt="2024-12-20T17:17:32.097" v="1875"/>
          <ac:spMkLst>
            <pc:docMk/>
            <pc:sldMk cId="952954955" sldId="363"/>
            <ac:spMk id="37" creationId="{04D07322-AAFF-E0FC-B4E7-50A34C9FAD52}"/>
          </ac:spMkLst>
        </pc:spChg>
        <pc:cxnChg chg="mod">
          <ac:chgData name="Timo Grünenfelder (s)" userId="6dd4e91a-3212-45d1-aa5c-aa8b2c48d53e" providerId="ADAL" clId="{5429F8DF-B932-8B48-BD86-FB53FA13BE60}" dt="2024-12-20T12:13:45.476" v="1355" actId="208"/>
          <ac:cxnSpMkLst>
            <pc:docMk/>
            <pc:sldMk cId="952954955" sldId="363"/>
            <ac:cxnSpMk id="22" creationId="{3228DB8D-0A56-53C1-79F0-7EB460E12E8E}"/>
          </ac:cxnSpMkLst>
        </pc:cxnChg>
      </pc:sldChg>
      <pc:sldChg chg="addSp delSp modSp add mod modNotesTx">
        <pc:chgData name="Timo Grünenfelder (s)" userId="6dd4e91a-3212-45d1-aa5c-aa8b2c48d53e" providerId="ADAL" clId="{5429F8DF-B932-8B48-BD86-FB53FA13BE60}" dt="2024-12-20T17:18:06.360" v="1892"/>
        <pc:sldMkLst>
          <pc:docMk/>
          <pc:sldMk cId="2903320381" sldId="364"/>
        </pc:sldMkLst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903320381" sldId="364"/>
            <ac:spMk id="2" creationId="{D3DAD154-0432-6112-1696-65BA224A41CA}"/>
          </ac:spMkLst>
        </pc:spChg>
        <pc:spChg chg="mod">
          <ac:chgData name="Timo Grünenfelder (s)" userId="6dd4e91a-3212-45d1-aa5c-aa8b2c48d53e" providerId="ADAL" clId="{5429F8DF-B932-8B48-BD86-FB53FA13BE60}" dt="2024-12-20T16:52:36.132" v="1795"/>
          <ac:spMkLst>
            <pc:docMk/>
            <pc:sldMk cId="2903320381" sldId="364"/>
            <ac:spMk id="3" creationId="{C49E9CF2-AFBF-B95B-024E-D807AF86DA4A}"/>
          </ac:spMkLst>
        </pc:spChg>
        <pc:spChg chg="del">
          <ac:chgData name="Timo Grünenfelder (s)" userId="6dd4e91a-3212-45d1-aa5c-aa8b2c48d53e" providerId="ADAL" clId="{5429F8DF-B932-8B48-BD86-FB53FA13BE60}" dt="2024-12-20T17:18:05.887" v="1891" actId="478"/>
          <ac:spMkLst>
            <pc:docMk/>
            <pc:sldMk cId="2903320381" sldId="364"/>
            <ac:spMk id="4" creationId="{2F065741-A2B8-613D-8536-11884E01FF90}"/>
          </ac:spMkLst>
        </pc:spChg>
        <pc:spChg chg="mod">
          <ac:chgData name="Timo Grünenfelder (s)" userId="6dd4e91a-3212-45d1-aa5c-aa8b2c48d53e" providerId="ADAL" clId="{5429F8DF-B932-8B48-BD86-FB53FA13BE60}" dt="2024-12-20T16:00:53.676" v="1707" actId="113"/>
          <ac:spMkLst>
            <pc:docMk/>
            <pc:sldMk cId="2903320381" sldId="364"/>
            <ac:spMk id="5" creationId="{FFE95FB4-D21B-807A-215D-D64CF4621711}"/>
          </ac:spMkLst>
        </pc:spChg>
        <pc:spChg chg="add mod">
          <ac:chgData name="Timo Grünenfelder (s)" userId="6dd4e91a-3212-45d1-aa5c-aa8b2c48d53e" providerId="ADAL" clId="{5429F8DF-B932-8B48-BD86-FB53FA13BE60}" dt="2024-12-20T17:18:06.360" v="1892"/>
          <ac:spMkLst>
            <pc:docMk/>
            <pc:sldMk cId="2903320381" sldId="364"/>
            <ac:spMk id="6" creationId="{82B6910A-9E1B-FA6E-8D0E-BC39715E42C3}"/>
          </ac:spMkLst>
        </pc:spChg>
      </pc:sldChg>
      <pc:sldChg chg="add del">
        <pc:chgData name="Timo Grünenfelder (s)" userId="6dd4e91a-3212-45d1-aa5c-aa8b2c48d53e" providerId="ADAL" clId="{5429F8DF-B932-8B48-BD86-FB53FA13BE60}" dt="2024-12-20T17:26:28.842" v="1985" actId="2696"/>
        <pc:sldMkLst>
          <pc:docMk/>
          <pc:sldMk cId="3883568531" sldId="365"/>
        </pc:sldMkLst>
      </pc:sldChg>
      <pc:sldChg chg="add">
        <pc:chgData name="Timo Grünenfelder (s)" userId="6dd4e91a-3212-45d1-aa5c-aa8b2c48d53e" providerId="ADAL" clId="{5429F8DF-B932-8B48-BD86-FB53FA13BE60}" dt="2024-12-20T17:26:26.498" v="1984"/>
        <pc:sldMkLst>
          <pc:docMk/>
          <pc:sldMk cId="2841304552" sldId="366"/>
        </pc:sldMkLst>
      </pc:sldChg>
    </pc:docChg>
  </pc:docChgLst>
  <pc:docChgLst>
    <pc:chgData name="Venkata Ramana Tella (s)" userId="S::venkataramana.tella@students.fhnw.ch::c44f77e3-20af-4435-a1b4-09b0e488bd00" providerId="AD" clId="Web-{25F78383-A215-54DC-A32A-C9BF91F9F0BB}"/>
    <pc:docChg chg="modSld">
      <pc:chgData name="Venkata Ramana Tella (s)" userId="S::venkataramana.tella@students.fhnw.ch::c44f77e3-20af-4435-a1b4-09b0e488bd00" providerId="AD" clId="Web-{25F78383-A215-54DC-A32A-C9BF91F9F0BB}" dt="2024-12-20T14:33:19.086" v="12" actId="14100"/>
      <pc:docMkLst>
        <pc:docMk/>
      </pc:docMkLst>
      <pc:sldChg chg="modSp">
        <pc:chgData name="Venkata Ramana Tella (s)" userId="S::venkataramana.tella@students.fhnw.ch::c44f77e3-20af-4435-a1b4-09b0e488bd00" providerId="AD" clId="Web-{25F78383-A215-54DC-A32A-C9BF91F9F0BB}" dt="2024-12-20T14:32:17.475" v="5" actId="14100"/>
        <pc:sldMkLst>
          <pc:docMk/>
          <pc:sldMk cId="834963519" sldId="264"/>
        </pc:sldMkLst>
        <pc:spChg chg="mod">
          <ac:chgData name="Venkata Ramana Tella (s)" userId="S::venkataramana.tella@students.fhnw.ch::c44f77e3-20af-4435-a1b4-09b0e488bd00" providerId="AD" clId="Web-{25F78383-A215-54DC-A32A-C9BF91F9F0BB}" dt="2024-12-20T14:32:17.475" v="5" actId="14100"/>
          <ac:spMkLst>
            <pc:docMk/>
            <pc:sldMk cId="834963519" sldId="264"/>
            <ac:spMk id="4" creationId="{B714160A-1529-8644-81AD-BC2EBCABAACC}"/>
          </ac:spMkLst>
        </pc:spChg>
      </pc:sldChg>
      <pc:sldChg chg="modSp">
        <pc:chgData name="Venkata Ramana Tella (s)" userId="S::venkataramana.tella@students.fhnw.ch::c44f77e3-20af-4435-a1b4-09b0e488bd00" providerId="AD" clId="Web-{25F78383-A215-54DC-A32A-C9BF91F9F0BB}" dt="2024-12-20T14:32:44.866" v="8" actId="14100"/>
        <pc:sldMkLst>
          <pc:docMk/>
          <pc:sldMk cId="4210507694" sldId="331"/>
        </pc:sldMkLst>
        <pc:spChg chg="mod">
          <ac:chgData name="Venkata Ramana Tella (s)" userId="S::venkataramana.tella@students.fhnw.ch::c44f77e3-20af-4435-a1b4-09b0e488bd00" providerId="AD" clId="Web-{25F78383-A215-54DC-A32A-C9BF91F9F0BB}" dt="2024-12-20T14:32:44.866" v="8" actId="14100"/>
          <ac:spMkLst>
            <pc:docMk/>
            <pc:sldMk cId="4210507694" sldId="331"/>
            <ac:spMk id="4" creationId="{57969D2C-BD33-7055-CADE-EAF762FD622F}"/>
          </ac:spMkLst>
        </pc:spChg>
      </pc:sldChg>
      <pc:sldChg chg="modSp">
        <pc:chgData name="Venkata Ramana Tella (s)" userId="S::venkataramana.tella@students.fhnw.ch::c44f77e3-20af-4435-a1b4-09b0e488bd00" providerId="AD" clId="Web-{25F78383-A215-54DC-A32A-C9BF91F9F0BB}" dt="2024-12-20T14:32:37.382" v="7" actId="14100"/>
        <pc:sldMkLst>
          <pc:docMk/>
          <pc:sldMk cId="2045077738" sldId="333"/>
        </pc:sldMkLst>
        <pc:spChg chg="mod">
          <ac:chgData name="Venkata Ramana Tella (s)" userId="S::venkataramana.tella@students.fhnw.ch::c44f77e3-20af-4435-a1b4-09b0e488bd00" providerId="AD" clId="Web-{25F78383-A215-54DC-A32A-C9BF91F9F0BB}" dt="2024-12-20T14:32:37.382" v="7" actId="14100"/>
          <ac:spMkLst>
            <pc:docMk/>
            <pc:sldMk cId="2045077738" sldId="333"/>
            <ac:spMk id="4" creationId="{F7135149-A550-374C-B0FF-FFBAE2C08562}"/>
          </ac:spMkLst>
        </pc:spChg>
      </pc:sldChg>
      <pc:sldChg chg="modSp">
        <pc:chgData name="Venkata Ramana Tella (s)" userId="S::venkataramana.tella@students.fhnw.ch::c44f77e3-20af-4435-a1b4-09b0e488bd00" providerId="AD" clId="Web-{25F78383-A215-54DC-A32A-C9BF91F9F0BB}" dt="2024-12-20T14:32:26.929" v="6" actId="14100"/>
        <pc:sldMkLst>
          <pc:docMk/>
          <pc:sldMk cId="2267426141" sldId="334"/>
        </pc:sldMkLst>
        <pc:spChg chg="mod">
          <ac:chgData name="Venkata Ramana Tella (s)" userId="S::venkataramana.tella@students.fhnw.ch::c44f77e3-20af-4435-a1b4-09b0e488bd00" providerId="AD" clId="Web-{25F78383-A215-54DC-A32A-C9BF91F9F0BB}" dt="2024-12-20T14:32:26.929" v="6" actId="14100"/>
          <ac:spMkLst>
            <pc:docMk/>
            <pc:sldMk cId="2267426141" sldId="334"/>
            <ac:spMk id="4" creationId="{F7135149-A550-374C-B0FF-FFBAE2C08562}"/>
          </ac:spMkLst>
        </pc:spChg>
      </pc:sldChg>
      <pc:sldChg chg="modSp">
        <pc:chgData name="Venkata Ramana Tella (s)" userId="S::venkataramana.tella@students.fhnw.ch::c44f77e3-20af-4435-a1b4-09b0e488bd00" providerId="AD" clId="Web-{25F78383-A215-54DC-A32A-C9BF91F9F0BB}" dt="2024-12-20T14:32:58.367" v="10" actId="14100"/>
        <pc:sldMkLst>
          <pc:docMk/>
          <pc:sldMk cId="2070803510" sldId="337"/>
        </pc:sldMkLst>
        <pc:spChg chg="mod">
          <ac:chgData name="Venkata Ramana Tella (s)" userId="S::venkataramana.tella@students.fhnw.ch::c44f77e3-20af-4435-a1b4-09b0e488bd00" providerId="AD" clId="Web-{25F78383-A215-54DC-A32A-C9BF91F9F0BB}" dt="2024-12-20T14:32:58.367" v="10" actId="14100"/>
          <ac:spMkLst>
            <pc:docMk/>
            <pc:sldMk cId="2070803510" sldId="337"/>
            <ac:spMk id="4" creationId="{724DB42E-7E49-52DE-C3A1-109340C3C097}"/>
          </ac:spMkLst>
        </pc:spChg>
      </pc:sldChg>
      <pc:sldChg chg="modSp">
        <pc:chgData name="Venkata Ramana Tella (s)" userId="S::venkataramana.tella@students.fhnw.ch::c44f77e3-20af-4435-a1b4-09b0e488bd00" providerId="AD" clId="Web-{25F78383-A215-54DC-A32A-C9BF91F9F0BB}" dt="2024-12-20T14:33:19.086" v="12" actId="14100"/>
        <pc:sldMkLst>
          <pc:docMk/>
          <pc:sldMk cId="288197997" sldId="343"/>
        </pc:sldMkLst>
        <pc:spChg chg="mod">
          <ac:chgData name="Venkata Ramana Tella (s)" userId="S::venkataramana.tella@students.fhnw.ch::c44f77e3-20af-4435-a1b4-09b0e488bd00" providerId="AD" clId="Web-{25F78383-A215-54DC-A32A-C9BF91F9F0BB}" dt="2024-12-20T14:31:09.490" v="4" actId="20577"/>
          <ac:spMkLst>
            <pc:docMk/>
            <pc:sldMk cId="288197997" sldId="343"/>
            <ac:spMk id="2" creationId="{43B671C6-745D-A2A2-E522-799400620EFE}"/>
          </ac:spMkLst>
        </pc:spChg>
        <pc:spChg chg="mod">
          <ac:chgData name="Venkata Ramana Tella (s)" userId="S::venkataramana.tella@students.fhnw.ch::c44f77e3-20af-4435-a1b4-09b0e488bd00" providerId="AD" clId="Web-{25F78383-A215-54DC-A32A-C9BF91F9F0BB}" dt="2024-12-20T14:33:10.711" v="11" actId="14100"/>
          <ac:spMkLst>
            <pc:docMk/>
            <pc:sldMk cId="288197997" sldId="343"/>
            <ac:spMk id="4" creationId="{1F430D56-479D-1998-451B-299D1BB7C67A}"/>
          </ac:spMkLst>
        </pc:spChg>
        <pc:spChg chg="mod">
          <ac:chgData name="Venkata Ramana Tella (s)" userId="S::venkataramana.tella@students.fhnw.ch::c44f77e3-20af-4435-a1b4-09b0e488bd00" providerId="AD" clId="Web-{25F78383-A215-54DC-A32A-C9BF91F9F0BB}" dt="2024-12-20T14:33:19.086" v="12" actId="14100"/>
          <ac:spMkLst>
            <pc:docMk/>
            <pc:sldMk cId="288197997" sldId="343"/>
            <ac:spMk id="5" creationId="{572AB5CA-98DA-07BF-26DF-4324824A75D1}"/>
          </ac:spMkLst>
        </pc:spChg>
      </pc:sldChg>
      <pc:sldChg chg="modSp">
        <pc:chgData name="Venkata Ramana Tella (s)" userId="S::venkataramana.tella@students.fhnw.ch::c44f77e3-20af-4435-a1b4-09b0e488bd00" providerId="AD" clId="Web-{25F78383-A215-54DC-A32A-C9BF91F9F0BB}" dt="2024-12-20T14:32:53.726" v="9" actId="14100"/>
        <pc:sldMkLst>
          <pc:docMk/>
          <pc:sldMk cId="1169877797" sldId="346"/>
        </pc:sldMkLst>
        <pc:spChg chg="mod">
          <ac:chgData name="Venkata Ramana Tella (s)" userId="S::venkataramana.tella@students.fhnw.ch::c44f77e3-20af-4435-a1b4-09b0e488bd00" providerId="AD" clId="Web-{25F78383-A215-54DC-A32A-C9BF91F9F0BB}" dt="2024-12-20T14:32:53.726" v="9" actId="14100"/>
          <ac:spMkLst>
            <pc:docMk/>
            <pc:sldMk cId="1169877797" sldId="346"/>
            <ac:spMk id="4" creationId="{A26415E3-7C06-F34A-C5C8-4B6BE78E403A}"/>
          </ac:spMkLst>
        </pc:spChg>
      </pc:sldChg>
    </pc:docChg>
  </pc:docChgLst>
  <pc:docChgLst>
    <pc:chgData name="Maeve Shaw (s)" userId="S::maeve.shaw@students.fhnw.ch::20f948ff-f22a-41bb-9200-cbb53874e2d8" providerId="AD" clId="Web-{EB664C14-FC28-B1DE-1B51-F3B7AB483D93}"/>
    <pc:docChg chg="addSld delSld modSld">
      <pc:chgData name="Maeve Shaw (s)" userId="S::maeve.shaw@students.fhnw.ch::20f948ff-f22a-41bb-9200-cbb53874e2d8" providerId="AD" clId="Web-{EB664C14-FC28-B1DE-1B51-F3B7AB483D93}" dt="2024-12-19T09:42:27.841" v="210" actId="20577"/>
      <pc:docMkLst>
        <pc:docMk/>
      </pc:docMkLst>
      <pc:sldChg chg="modSp">
        <pc:chgData name="Maeve Shaw (s)" userId="S::maeve.shaw@students.fhnw.ch::20f948ff-f22a-41bb-9200-cbb53874e2d8" providerId="AD" clId="Web-{EB664C14-FC28-B1DE-1B51-F3B7AB483D93}" dt="2024-12-18T09:12:18.872" v="10" actId="14100"/>
        <pc:sldMkLst>
          <pc:docMk/>
          <pc:sldMk cId="403477305" sldId="256"/>
        </pc:sldMkLst>
        <pc:spChg chg="mod">
          <ac:chgData name="Maeve Shaw (s)" userId="S::maeve.shaw@students.fhnw.ch::20f948ff-f22a-41bb-9200-cbb53874e2d8" providerId="AD" clId="Web-{EB664C14-FC28-B1DE-1B51-F3B7AB483D93}" dt="2024-12-18T09:12:13.356" v="7" actId="20577"/>
          <ac:spMkLst>
            <pc:docMk/>
            <pc:sldMk cId="403477305" sldId="256"/>
            <ac:spMk id="2" creationId="{161D69B6-C88F-7940-B32C-A71EAD3245E0}"/>
          </ac:spMkLst>
        </pc:spChg>
        <pc:spChg chg="mod">
          <ac:chgData name="Maeve Shaw (s)" userId="S::maeve.shaw@students.fhnw.ch::20f948ff-f22a-41bb-9200-cbb53874e2d8" providerId="AD" clId="Web-{EB664C14-FC28-B1DE-1B51-F3B7AB483D93}" dt="2024-12-18T09:12:18.872" v="10" actId="14100"/>
          <ac:spMkLst>
            <pc:docMk/>
            <pc:sldMk cId="403477305" sldId="256"/>
            <ac:spMk id="3" creationId="{4A8BDE6E-7DE2-4145-94D3-DA7382921559}"/>
          </ac:spMkLst>
        </pc:spChg>
      </pc:sldChg>
      <pc:sldChg chg="modSp">
        <pc:chgData name="Maeve Shaw (s)" userId="S::maeve.shaw@students.fhnw.ch::20f948ff-f22a-41bb-9200-cbb53874e2d8" providerId="AD" clId="Web-{EB664C14-FC28-B1DE-1B51-F3B7AB483D93}" dt="2024-12-17T18:04:31.571" v="5" actId="20577"/>
        <pc:sldMkLst>
          <pc:docMk/>
          <pc:sldMk cId="3849575595" sldId="261"/>
        </pc:sldMkLst>
      </pc:sldChg>
      <pc:sldChg chg="modSp add replId">
        <pc:chgData name="Maeve Shaw (s)" userId="S::maeve.shaw@students.fhnw.ch::20f948ff-f22a-41bb-9200-cbb53874e2d8" providerId="AD" clId="Web-{EB664C14-FC28-B1DE-1B51-F3B7AB483D93}" dt="2024-12-19T09:37:53.318" v="182" actId="20577"/>
        <pc:sldMkLst>
          <pc:docMk/>
          <pc:sldMk cId="199777186" sldId="332"/>
        </pc:sldMkLst>
        <pc:spChg chg="mod">
          <ac:chgData name="Maeve Shaw (s)" userId="S::maeve.shaw@students.fhnw.ch::20f948ff-f22a-41bb-9200-cbb53874e2d8" providerId="AD" clId="Web-{EB664C14-FC28-B1DE-1B51-F3B7AB483D93}" dt="2024-12-18T09:13:03.638" v="15" actId="20577"/>
          <ac:spMkLst>
            <pc:docMk/>
            <pc:sldMk cId="199777186" sldId="332"/>
            <ac:spMk id="2" creationId="{F4A85586-EB6F-A345-B78A-084EEA52403C}"/>
          </ac:spMkLst>
        </pc:spChg>
        <pc:spChg chg="mod">
          <ac:chgData name="Maeve Shaw (s)" userId="S::maeve.shaw@students.fhnw.ch::20f948ff-f22a-41bb-9200-cbb53874e2d8" providerId="AD" clId="Web-{EB664C14-FC28-B1DE-1B51-F3B7AB483D93}" dt="2024-12-19T09:37:53.318" v="182" actId="20577"/>
          <ac:spMkLst>
            <pc:docMk/>
            <pc:sldMk cId="199777186" sldId="332"/>
            <ac:spMk id="5" creationId="{A575DD2B-3E24-3140-9276-A58A9803A0BA}"/>
          </ac:spMkLst>
        </pc:spChg>
      </pc:sldChg>
      <pc:sldChg chg="addSp delSp modSp add replId addAnim delAnim modAnim">
        <pc:chgData name="Maeve Shaw (s)" userId="S::maeve.shaw@students.fhnw.ch::20f948ff-f22a-41bb-9200-cbb53874e2d8" providerId="AD" clId="Web-{EB664C14-FC28-B1DE-1B51-F3B7AB483D93}" dt="2024-12-19T09:25:05.815" v="132" actId="14100"/>
        <pc:sldMkLst>
          <pc:docMk/>
          <pc:sldMk cId="2045077738" sldId="333"/>
        </pc:sldMkLst>
        <pc:spChg chg="mod">
          <ac:chgData name="Maeve Shaw (s)" userId="S::maeve.shaw@students.fhnw.ch::20f948ff-f22a-41bb-9200-cbb53874e2d8" providerId="AD" clId="Web-{EB664C14-FC28-B1DE-1B51-F3B7AB483D93}" dt="2024-12-18T09:13:29.514" v="23" actId="20577"/>
          <ac:spMkLst>
            <pc:docMk/>
            <pc:sldMk cId="2045077738" sldId="333"/>
            <ac:spMk id="2" creationId="{F4A85586-EB6F-A345-B78A-084EEA52403C}"/>
          </ac:spMkLst>
        </pc:spChg>
        <pc:spChg chg="del">
          <ac:chgData name="Maeve Shaw (s)" userId="S::maeve.shaw@students.fhnw.ch::20f948ff-f22a-41bb-9200-cbb53874e2d8" providerId="AD" clId="Web-{EB664C14-FC28-B1DE-1B51-F3B7AB483D93}" dt="2024-12-19T09:17:04.725" v="76"/>
          <ac:spMkLst>
            <pc:docMk/>
            <pc:sldMk cId="2045077738" sldId="333"/>
            <ac:spMk id="5" creationId="{A575DD2B-3E24-3140-9276-A58A9803A0BA}"/>
          </ac:spMkLst>
        </pc:spChg>
        <pc:spChg chg="add mod">
          <ac:chgData name="Maeve Shaw (s)" userId="S::maeve.shaw@students.fhnw.ch::20f948ff-f22a-41bb-9200-cbb53874e2d8" providerId="AD" clId="Web-{EB664C14-FC28-B1DE-1B51-F3B7AB483D93}" dt="2024-12-19T09:25:05.815" v="132" actId="14100"/>
          <ac:spMkLst>
            <pc:docMk/>
            <pc:sldMk cId="2045077738" sldId="333"/>
            <ac:spMk id="7" creationId="{E4C395FA-CCB7-1826-9F4B-2E4E86C2CBA0}"/>
          </ac:spMkLst>
        </pc:spChg>
        <pc:spChg chg="add mod">
          <ac:chgData name="Maeve Shaw (s)" userId="S::maeve.shaw@students.fhnw.ch::20f948ff-f22a-41bb-9200-cbb53874e2d8" providerId="AD" clId="Web-{EB664C14-FC28-B1DE-1B51-F3B7AB483D93}" dt="2024-12-19T09:18:52.212" v="90" actId="14100"/>
          <ac:spMkLst>
            <pc:docMk/>
            <pc:sldMk cId="2045077738" sldId="333"/>
            <ac:spMk id="8" creationId="{F750D2BF-0660-347C-28B2-F75E98BCE1F4}"/>
          </ac:spMkLst>
        </pc:spChg>
        <pc:spChg chg="add mod">
          <ac:chgData name="Maeve Shaw (s)" userId="S::maeve.shaw@students.fhnw.ch::20f948ff-f22a-41bb-9200-cbb53874e2d8" providerId="AD" clId="Web-{EB664C14-FC28-B1DE-1B51-F3B7AB483D93}" dt="2024-12-19T09:24:50.065" v="127" actId="1076"/>
          <ac:spMkLst>
            <pc:docMk/>
            <pc:sldMk cId="2045077738" sldId="333"/>
            <ac:spMk id="10" creationId="{7432BB0E-8A4E-7243-D2D5-CA1EDB534471}"/>
          </ac:spMkLst>
        </pc:spChg>
        <pc:spChg chg="add mod">
          <ac:chgData name="Maeve Shaw (s)" userId="S::maeve.shaw@students.fhnw.ch::20f948ff-f22a-41bb-9200-cbb53874e2d8" providerId="AD" clId="Web-{EB664C14-FC28-B1DE-1B51-F3B7AB483D93}" dt="2024-12-19T09:24:58.315" v="130" actId="1076"/>
          <ac:spMkLst>
            <pc:docMk/>
            <pc:sldMk cId="2045077738" sldId="333"/>
            <ac:spMk id="11" creationId="{F00DA9A5-BFB3-F385-E80E-A79F86B60879}"/>
          </ac:spMkLst>
        </pc:spChg>
        <pc:picChg chg="add mod ord">
          <ac:chgData name="Maeve Shaw (s)" userId="S::maeve.shaw@students.fhnw.ch::20f948ff-f22a-41bb-9200-cbb53874e2d8" providerId="AD" clId="Web-{EB664C14-FC28-B1DE-1B51-F3B7AB483D93}" dt="2024-12-19T09:17:11.288" v="78" actId="1076"/>
          <ac:picMkLst>
            <pc:docMk/>
            <pc:sldMk cId="2045077738" sldId="333"/>
            <ac:picMk id="6" creationId="{B4C4E5CF-3E83-68E1-0BAF-98512345C0E6}"/>
          </ac:picMkLst>
        </pc:picChg>
      </pc:sldChg>
      <pc:sldChg chg="modSp add replId">
        <pc:chgData name="Maeve Shaw (s)" userId="S::maeve.shaw@students.fhnw.ch::20f948ff-f22a-41bb-9200-cbb53874e2d8" providerId="AD" clId="Web-{EB664C14-FC28-B1DE-1B51-F3B7AB483D93}" dt="2024-12-19T09:42:27.841" v="210" actId="20577"/>
        <pc:sldMkLst>
          <pc:docMk/>
          <pc:sldMk cId="2267426141" sldId="334"/>
        </pc:sldMkLst>
        <pc:spChg chg="mod">
          <ac:chgData name="Maeve Shaw (s)" userId="S::maeve.shaw@students.fhnw.ch::20f948ff-f22a-41bb-9200-cbb53874e2d8" providerId="AD" clId="Web-{EB664C14-FC28-B1DE-1B51-F3B7AB483D93}" dt="2024-12-18T09:17:51.205" v="31" actId="20577"/>
          <ac:spMkLst>
            <pc:docMk/>
            <pc:sldMk cId="2267426141" sldId="334"/>
            <ac:spMk id="2" creationId="{F4A85586-EB6F-A345-B78A-084EEA52403C}"/>
          </ac:spMkLst>
        </pc:spChg>
        <pc:spChg chg="mod">
          <ac:chgData name="Maeve Shaw (s)" userId="S::maeve.shaw@students.fhnw.ch::20f948ff-f22a-41bb-9200-cbb53874e2d8" providerId="AD" clId="Web-{EB664C14-FC28-B1DE-1B51-F3B7AB483D93}" dt="2024-12-19T09:42:27.841" v="210" actId="20577"/>
          <ac:spMkLst>
            <pc:docMk/>
            <pc:sldMk cId="2267426141" sldId="334"/>
            <ac:spMk id="5" creationId="{A575DD2B-3E24-3140-9276-A58A9803A0BA}"/>
          </ac:spMkLst>
        </pc:spChg>
      </pc:sldChg>
      <pc:sldChg chg="modSp add del replId">
        <pc:chgData name="Maeve Shaw (s)" userId="S::maeve.shaw@students.fhnw.ch::20f948ff-f22a-41bb-9200-cbb53874e2d8" providerId="AD" clId="Web-{EB664C14-FC28-B1DE-1B51-F3B7AB483D93}" dt="2024-12-18T09:18:19.690" v="42"/>
        <pc:sldMkLst>
          <pc:docMk/>
          <pc:sldMk cId="2343709566" sldId="335"/>
        </pc:sldMkLst>
      </pc:sldChg>
    </pc:docChg>
  </pc:docChgLst>
  <pc:docChgLst>
    <pc:chgData name="Venkata Ramana Tella (s)" userId="S::venkataramana.tella@students.fhnw.ch::c44f77e3-20af-4435-a1b4-09b0e488bd00" providerId="AD" clId="Web-{59CFE01F-4EC0-1ED0-178A-DAE12B9B755D}"/>
    <pc:docChg chg="modSld">
      <pc:chgData name="Venkata Ramana Tella (s)" userId="S::venkataramana.tella@students.fhnw.ch::c44f77e3-20af-4435-a1b4-09b0e488bd00" providerId="AD" clId="Web-{59CFE01F-4EC0-1ED0-178A-DAE12B9B755D}" dt="2024-12-16T13:34:25.749" v="1" actId="1076"/>
      <pc:docMkLst>
        <pc:docMk/>
      </pc:docMkLst>
      <pc:sldChg chg="modSp">
        <pc:chgData name="Venkata Ramana Tella (s)" userId="S::venkataramana.tella@students.fhnw.ch::c44f77e3-20af-4435-a1b4-09b0e488bd00" providerId="AD" clId="Web-{59CFE01F-4EC0-1ED0-178A-DAE12B9B755D}" dt="2024-12-16T13:34:25.749" v="1" actId="1076"/>
        <pc:sldMkLst>
          <pc:docMk/>
          <pc:sldMk cId="1110700678" sldId="263"/>
        </pc:sldMkLst>
        <pc:cxnChg chg="mod">
          <ac:chgData name="Venkata Ramana Tella (s)" userId="S::venkataramana.tella@students.fhnw.ch::c44f77e3-20af-4435-a1b4-09b0e488bd00" providerId="AD" clId="Web-{59CFE01F-4EC0-1ED0-178A-DAE12B9B755D}" dt="2024-12-16T13:34:25.749" v="1" actId="1076"/>
          <ac:cxnSpMkLst>
            <pc:docMk/>
            <pc:sldMk cId="1110700678" sldId="263"/>
            <ac:cxnSpMk id="6" creationId="{D9056FB6-439D-8D44-824F-C8A351A4A105}"/>
          </ac:cxnSpMkLst>
        </pc:cxnChg>
      </pc:sldChg>
    </pc:docChg>
  </pc:docChgLst>
  <pc:docChgLst>
    <pc:chgData name="Maeve Shaw (s)" userId="S::maeve.shaw@students.fhnw.ch::20f948ff-f22a-41bb-9200-cbb53874e2d8" providerId="AD" clId="Web-{0CAB9EFE-19EF-FA90-6AC0-FCF51A932EE7}"/>
    <pc:docChg chg="modSld">
      <pc:chgData name="Maeve Shaw (s)" userId="S::maeve.shaw@students.fhnw.ch::20f948ff-f22a-41bb-9200-cbb53874e2d8" providerId="AD" clId="Web-{0CAB9EFE-19EF-FA90-6AC0-FCF51A932EE7}" dt="2024-12-21T06:50:37.720" v="16"/>
      <pc:docMkLst>
        <pc:docMk/>
      </pc:docMkLst>
      <pc:sldChg chg="modNotes">
        <pc:chgData name="Maeve Shaw (s)" userId="S::maeve.shaw@students.fhnw.ch::20f948ff-f22a-41bb-9200-cbb53874e2d8" providerId="AD" clId="Web-{0CAB9EFE-19EF-FA90-6AC0-FCF51A932EE7}" dt="2024-12-21T06:50:37.720" v="16"/>
        <pc:sldMkLst>
          <pc:docMk/>
          <pc:sldMk cId="2045077738" sldId="333"/>
        </pc:sldMkLst>
      </pc:sldChg>
    </pc:docChg>
  </pc:docChgLst>
  <pc:docChgLst>
    <pc:chgData name="Maeve Shaw (s)" userId="S::maeve.shaw@students.fhnw.ch::20f948ff-f22a-41bb-9200-cbb53874e2d8" providerId="AD" clId="Web-{DCE7F74E-9831-7518-541B-878729B36FBC}"/>
    <pc:docChg chg="modSld">
      <pc:chgData name="Maeve Shaw (s)" userId="S::maeve.shaw@students.fhnw.ch::20f948ff-f22a-41bb-9200-cbb53874e2d8" providerId="AD" clId="Web-{DCE7F74E-9831-7518-541B-878729B36FBC}" dt="2024-12-20T17:01:26.388" v="234"/>
      <pc:docMkLst>
        <pc:docMk/>
      </pc:docMkLst>
      <pc:sldChg chg="modSp">
        <pc:chgData name="Maeve Shaw (s)" userId="S::maeve.shaw@students.fhnw.ch::20f948ff-f22a-41bb-9200-cbb53874e2d8" providerId="AD" clId="Web-{DCE7F74E-9831-7518-541B-878729B36FBC}" dt="2024-12-20T16:57:33.492" v="187" actId="14100"/>
        <pc:sldMkLst>
          <pc:docMk/>
          <pc:sldMk cId="2045077738" sldId="333"/>
        </pc:sldMkLst>
        <pc:picChg chg="mod">
          <ac:chgData name="Maeve Shaw (s)" userId="S::maeve.shaw@students.fhnw.ch::20f948ff-f22a-41bb-9200-cbb53874e2d8" providerId="AD" clId="Web-{DCE7F74E-9831-7518-541B-878729B36FBC}" dt="2024-12-20T16:57:33.492" v="187" actId="14100"/>
          <ac:picMkLst>
            <pc:docMk/>
            <pc:sldMk cId="2045077738" sldId="333"/>
            <ac:picMk id="6" creationId="{B4C4E5CF-3E83-68E1-0BAF-98512345C0E6}"/>
          </ac:picMkLst>
        </pc:picChg>
      </pc:sldChg>
      <pc:sldChg chg="modSp modNotes">
        <pc:chgData name="Maeve Shaw (s)" userId="S::maeve.shaw@students.fhnw.ch::20f948ff-f22a-41bb-9200-cbb53874e2d8" providerId="AD" clId="Web-{DCE7F74E-9831-7518-541B-878729B36FBC}" dt="2024-12-20T17:01:26.388" v="234"/>
        <pc:sldMkLst>
          <pc:docMk/>
          <pc:sldMk cId="2267426141" sldId="334"/>
        </pc:sldMkLst>
        <pc:spChg chg="mod">
          <ac:chgData name="Maeve Shaw (s)" userId="S::maeve.shaw@students.fhnw.ch::20f948ff-f22a-41bb-9200-cbb53874e2d8" providerId="AD" clId="Web-{DCE7F74E-9831-7518-541B-878729B36FBC}" dt="2024-12-20T09:17:35.809" v="186" actId="20577"/>
          <ac:spMkLst>
            <pc:docMk/>
            <pc:sldMk cId="2267426141" sldId="334"/>
            <ac:spMk id="5" creationId="{A575DD2B-3E24-3140-9276-A58A9803A0BA}"/>
          </ac:spMkLst>
        </pc:spChg>
      </pc:sldChg>
    </pc:docChg>
  </pc:docChgLst>
  <pc:docChgLst>
    <pc:chgData name="Maeve Shaw (s)" userId="S::maeve.shaw@students.fhnw.ch::20f948ff-f22a-41bb-9200-cbb53874e2d8" providerId="AD" clId="Web-{E4D44D3F-1A57-C82F-E813-4397D28033FF}"/>
    <pc:docChg chg="modSld">
      <pc:chgData name="Maeve Shaw (s)" userId="S::maeve.shaw@students.fhnw.ch::20f948ff-f22a-41bb-9200-cbb53874e2d8" providerId="AD" clId="Web-{E4D44D3F-1A57-C82F-E813-4397D28033FF}" dt="2024-12-16T18:13:32.939" v="434" actId="20577"/>
      <pc:docMkLst>
        <pc:docMk/>
      </pc:docMkLst>
      <pc:sldChg chg="modSp">
        <pc:chgData name="Maeve Shaw (s)" userId="S::maeve.shaw@students.fhnw.ch::20f948ff-f22a-41bb-9200-cbb53874e2d8" providerId="AD" clId="Web-{E4D44D3F-1A57-C82F-E813-4397D28033FF}" dt="2024-12-16T18:13:32.939" v="434" actId="20577"/>
        <pc:sldMkLst>
          <pc:docMk/>
          <pc:sldMk cId="3849575595" sldId="261"/>
        </pc:sldMkLst>
        <pc:spChg chg="mod">
          <ac:chgData name="Maeve Shaw (s)" userId="S::maeve.shaw@students.fhnw.ch::20f948ff-f22a-41bb-9200-cbb53874e2d8" providerId="AD" clId="Web-{E4D44D3F-1A57-C82F-E813-4397D28033FF}" dt="2024-12-16T18:12:40.750" v="140" actId="1076"/>
          <ac:spMkLst>
            <pc:docMk/>
            <pc:sldMk cId="3849575595" sldId="261"/>
            <ac:spMk id="3" creationId="{E5BDC7E9-1CD1-3DA3-AFD0-FA3A2911A929}"/>
          </ac:spMkLst>
        </pc:spChg>
      </pc:sldChg>
    </pc:docChg>
  </pc:docChgLst>
  <pc:docChgLst>
    <pc:chgData name="Timo Grünenfelder (s)" userId="6dd4e91a-3212-45d1-aa5c-aa8b2c48d53e" providerId="ADAL" clId="{CCEA22BB-792E-C240-BB9D-AEA58C4882B2}"/>
    <pc:docChg chg="undo custSel addSld delSld modSld sldOrd modMainMaster">
      <pc:chgData name="Timo Grünenfelder (s)" userId="6dd4e91a-3212-45d1-aa5c-aa8b2c48d53e" providerId="ADAL" clId="{CCEA22BB-792E-C240-BB9D-AEA58C4882B2}" dt="2022-11-17T14:01:46.205" v="2576" actId="20577"/>
      <pc:docMkLst>
        <pc:docMk/>
      </pc:docMkLst>
      <pc:sldChg chg="addSp delSp modSp mod modNotesTx">
        <pc:chgData name="Timo Grünenfelder (s)" userId="6dd4e91a-3212-45d1-aa5c-aa8b2c48d53e" providerId="ADAL" clId="{CCEA22BB-792E-C240-BB9D-AEA58C4882B2}" dt="2022-11-17T14:01:46.205" v="2576" actId="20577"/>
        <pc:sldMkLst>
          <pc:docMk/>
          <pc:sldMk cId="403477305" sldId="256"/>
        </pc:sldMkLst>
      </pc:sldChg>
      <pc:sldChg chg="addSp modSp mod">
        <pc:chgData name="Timo Grünenfelder (s)" userId="6dd4e91a-3212-45d1-aa5c-aa8b2c48d53e" providerId="ADAL" clId="{CCEA22BB-792E-C240-BB9D-AEA58C4882B2}" dt="2022-11-17T11:58:03.930" v="2150"/>
        <pc:sldMkLst>
          <pc:docMk/>
          <pc:sldMk cId="3849575595" sldId="261"/>
        </pc:sldMkLst>
      </pc:sldChg>
      <pc:sldChg chg="addSp modSp modNotesTx">
        <pc:chgData name="Timo Grünenfelder (s)" userId="6dd4e91a-3212-45d1-aa5c-aa8b2c48d53e" providerId="ADAL" clId="{CCEA22BB-792E-C240-BB9D-AEA58C4882B2}" dt="2022-11-17T13:54:46.664" v="2470" actId="20577"/>
        <pc:sldMkLst>
          <pc:docMk/>
          <pc:sldMk cId="1110700678" sldId="263"/>
        </pc:sldMkLst>
      </pc:sldChg>
      <pc:sldChg chg="addSp modSp">
        <pc:chgData name="Timo Grünenfelder (s)" userId="6dd4e91a-3212-45d1-aa5c-aa8b2c48d53e" providerId="ADAL" clId="{CCEA22BB-792E-C240-BB9D-AEA58C4882B2}" dt="2022-11-17T11:58:03.930" v="2150"/>
        <pc:sldMkLst>
          <pc:docMk/>
          <pc:sldMk cId="1711298481" sldId="290"/>
        </pc:sldMkLst>
      </pc:sldChg>
      <pc:sldChg chg="addSp modSp mod ord modShow">
        <pc:chgData name="Timo Grünenfelder (s)" userId="6dd4e91a-3212-45d1-aa5c-aa8b2c48d53e" providerId="ADAL" clId="{CCEA22BB-792E-C240-BB9D-AEA58C4882B2}" dt="2022-11-17T11:58:03.930" v="2150"/>
        <pc:sldMkLst>
          <pc:docMk/>
          <pc:sldMk cId="1317304747" sldId="310"/>
        </pc:sldMkLst>
      </pc:sldChg>
      <pc:sldChg chg="addSp modSp">
        <pc:chgData name="Timo Grünenfelder (s)" userId="6dd4e91a-3212-45d1-aa5c-aa8b2c48d53e" providerId="ADAL" clId="{CCEA22BB-792E-C240-BB9D-AEA58C4882B2}" dt="2022-11-17T11:58:03.930" v="2150"/>
        <pc:sldMkLst>
          <pc:docMk/>
          <pc:sldMk cId="1564035357" sldId="311"/>
        </pc:sldMkLst>
      </pc:sldChg>
      <pc:sldChg chg="addSp modSp modNotesTx">
        <pc:chgData name="Timo Grünenfelder (s)" userId="6dd4e91a-3212-45d1-aa5c-aa8b2c48d53e" providerId="ADAL" clId="{CCEA22BB-792E-C240-BB9D-AEA58C4882B2}" dt="2022-11-17T13:38:10.319" v="2394"/>
        <pc:sldMkLst>
          <pc:docMk/>
          <pc:sldMk cId="3357759944" sldId="313"/>
        </pc:sldMkLst>
      </pc:sldChg>
      <pc:sldChg chg="addSp delSp modSp mod">
        <pc:chgData name="Timo Grünenfelder (s)" userId="6dd4e91a-3212-45d1-aa5c-aa8b2c48d53e" providerId="ADAL" clId="{CCEA22BB-792E-C240-BB9D-AEA58C4882B2}" dt="2022-11-17T11:58:03.930" v="2150"/>
        <pc:sldMkLst>
          <pc:docMk/>
          <pc:sldMk cId="651042129" sldId="314"/>
        </pc:sldMkLst>
      </pc:sldChg>
      <pc:sldChg chg="addSp delSp modSp mod modNotesTx">
        <pc:chgData name="Timo Grünenfelder (s)" userId="6dd4e91a-3212-45d1-aa5c-aa8b2c48d53e" providerId="ADAL" clId="{CCEA22BB-792E-C240-BB9D-AEA58C4882B2}" dt="2022-11-17T13:38:03.793" v="2391" actId="20577"/>
        <pc:sldMkLst>
          <pc:docMk/>
          <pc:sldMk cId="3405622577" sldId="315"/>
        </pc:sldMkLst>
      </pc:sldChg>
      <pc:sldChg chg="addSp delSp modSp mod">
        <pc:chgData name="Timo Grünenfelder (s)" userId="6dd4e91a-3212-45d1-aa5c-aa8b2c48d53e" providerId="ADAL" clId="{CCEA22BB-792E-C240-BB9D-AEA58C4882B2}" dt="2022-11-17T11:58:03.930" v="2150"/>
        <pc:sldMkLst>
          <pc:docMk/>
          <pc:sldMk cId="4119499260" sldId="316"/>
        </pc:sldMkLst>
      </pc:sldChg>
      <pc:sldChg chg="addSp delSp modSp mod">
        <pc:chgData name="Timo Grünenfelder (s)" userId="6dd4e91a-3212-45d1-aa5c-aa8b2c48d53e" providerId="ADAL" clId="{CCEA22BB-792E-C240-BB9D-AEA58C4882B2}" dt="2022-11-17T13:11:14.069" v="2376" actId="1076"/>
        <pc:sldMkLst>
          <pc:docMk/>
          <pc:sldMk cId="3887412773" sldId="317"/>
        </pc:sldMkLst>
      </pc:sldChg>
      <pc:sldChg chg="addSp modSp">
        <pc:chgData name="Timo Grünenfelder (s)" userId="6dd4e91a-3212-45d1-aa5c-aa8b2c48d53e" providerId="ADAL" clId="{CCEA22BB-792E-C240-BB9D-AEA58C4882B2}" dt="2022-11-17T11:58:03.930" v="2150"/>
        <pc:sldMkLst>
          <pc:docMk/>
          <pc:sldMk cId="548230745" sldId="318"/>
        </pc:sldMkLst>
      </pc:sldChg>
      <pc:sldChg chg="addSp modSp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3561037505" sldId="319"/>
        </pc:sldMkLst>
      </pc:sldChg>
      <pc:sldChg chg="addSp delSp modSp add mod">
        <pc:chgData name="Timo Grünenfelder (s)" userId="6dd4e91a-3212-45d1-aa5c-aa8b2c48d53e" providerId="ADAL" clId="{CCEA22BB-792E-C240-BB9D-AEA58C4882B2}" dt="2022-11-17T11:58:03.930" v="2150"/>
        <pc:sldMkLst>
          <pc:docMk/>
          <pc:sldMk cId="1655176108" sldId="320"/>
        </pc:sldMkLst>
      </pc:sldChg>
      <pc:sldChg chg="addSp delSp modSp add mod ord chgLayout">
        <pc:chgData name="Timo Grünenfelder (s)" userId="6dd4e91a-3212-45d1-aa5c-aa8b2c48d53e" providerId="ADAL" clId="{CCEA22BB-792E-C240-BB9D-AEA58C4882B2}" dt="2022-11-17T11:58:03.930" v="2150"/>
        <pc:sldMkLst>
          <pc:docMk/>
          <pc:sldMk cId="2666735907" sldId="321"/>
        </pc:sldMkLst>
      </pc:sldChg>
      <pc:sldChg chg="addSp delSp modSp add mod modAnim">
        <pc:chgData name="Timo Grünenfelder (s)" userId="6dd4e91a-3212-45d1-aa5c-aa8b2c48d53e" providerId="ADAL" clId="{CCEA22BB-792E-C240-BB9D-AEA58C4882B2}" dt="2022-11-17T11:58:03.930" v="2150"/>
        <pc:sldMkLst>
          <pc:docMk/>
          <pc:sldMk cId="2825062132" sldId="322"/>
        </pc:sldMkLst>
      </pc:sldChg>
      <pc:sldChg chg="addSp modSp add mod">
        <pc:chgData name="Timo Grünenfelder (s)" userId="6dd4e91a-3212-45d1-aa5c-aa8b2c48d53e" providerId="ADAL" clId="{CCEA22BB-792E-C240-BB9D-AEA58C4882B2}" dt="2022-11-17T11:58:03.930" v="2150"/>
        <pc:sldMkLst>
          <pc:docMk/>
          <pc:sldMk cId="1342169257" sldId="323"/>
        </pc:sldMkLst>
      </pc:sldChg>
      <pc:sldChg chg="addSp modSp add mod ord">
        <pc:chgData name="Timo Grünenfelder (s)" userId="6dd4e91a-3212-45d1-aa5c-aa8b2c48d53e" providerId="ADAL" clId="{CCEA22BB-792E-C240-BB9D-AEA58C4882B2}" dt="2022-11-17T11:58:03.930" v="2150"/>
        <pc:sldMkLst>
          <pc:docMk/>
          <pc:sldMk cId="2123356108" sldId="324"/>
        </pc:sldMkLst>
      </pc:sldChg>
      <pc:sldChg chg="addSp delSp modSp add mod ord">
        <pc:chgData name="Timo Grünenfelder (s)" userId="6dd4e91a-3212-45d1-aa5c-aa8b2c48d53e" providerId="ADAL" clId="{CCEA22BB-792E-C240-BB9D-AEA58C4882B2}" dt="2022-11-17T11:58:03.930" v="2150"/>
        <pc:sldMkLst>
          <pc:docMk/>
          <pc:sldMk cId="1815998756" sldId="325"/>
        </pc:sldMkLst>
      </pc:sldChg>
      <pc:sldChg chg="addSp delSp modSp add mod ord delAnim modAnim">
        <pc:chgData name="Timo Grünenfelder (s)" userId="6dd4e91a-3212-45d1-aa5c-aa8b2c48d53e" providerId="ADAL" clId="{CCEA22BB-792E-C240-BB9D-AEA58C4882B2}" dt="2022-11-17T11:58:03.930" v="2150"/>
        <pc:sldMkLst>
          <pc:docMk/>
          <pc:sldMk cId="1393834476" sldId="326"/>
        </pc:sldMkLst>
      </pc:sldChg>
      <pc:sldChg chg="addSp delSp modSp add mod ord modAnim modNotesTx">
        <pc:chgData name="Timo Grünenfelder (s)" userId="6dd4e91a-3212-45d1-aa5c-aa8b2c48d53e" providerId="ADAL" clId="{CCEA22BB-792E-C240-BB9D-AEA58C4882B2}" dt="2022-11-17T12:48:32.168" v="2243" actId="167"/>
        <pc:sldMkLst>
          <pc:docMk/>
          <pc:sldMk cId="3528763113" sldId="327"/>
        </pc:sldMkLst>
      </pc:sldChg>
      <pc:sldChg chg="addSp modSp add mod ord">
        <pc:chgData name="Timo Grünenfelder (s)" userId="6dd4e91a-3212-45d1-aa5c-aa8b2c48d53e" providerId="ADAL" clId="{CCEA22BB-792E-C240-BB9D-AEA58C4882B2}" dt="2022-11-17T11:58:03.930" v="2150"/>
        <pc:sldMkLst>
          <pc:docMk/>
          <pc:sldMk cId="2120333019" sldId="328"/>
        </pc:sldMkLst>
      </pc:sldChg>
      <pc:sldChg chg="add del">
        <pc:chgData name="Timo Grünenfelder (s)" userId="6dd4e91a-3212-45d1-aa5c-aa8b2c48d53e" providerId="ADAL" clId="{CCEA22BB-792E-C240-BB9D-AEA58C4882B2}" dt="2022-11-16T19:11:48.117" v="327" actId="2696"/>
        <pc:sldMkLst>
          <pc:docMk/>
          <pc:sldMk cId="2199907856" sldId="328"/>
        </pc:sldMkLst>
      </pc:sldChg>
      <pc:sldChg chg="addSp modSp add mod">
        <pc:chgData name="Timo Grünenfelder (s)" userId="6dd4e91a-3212-45d1-aa5c-aa8b2c48d53e" providerId="ADAL" clId="{CCEA22BB-792E-C240-BB9D-AEA58C4882B2}" dt="2022-11-17T11:58:03.930" v="2150"/>
        <pc:sldMkLst>
          <pc:docMk/>
          <pc:sldMk cId="2359503951" sldId="329"/>
        </pc:sldMkLst>
      </pc:sldChg>
      <pc:sldChg chg="addSp modSp add mod ord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579555073" sldId="330"/>
        </pc:sldMkLst>
      </pc:sldChg>
      <pc:sldChg chg="modSp add del mod ord">
        <pc:chgData name="Timo Grünenfelder (s)" userId="6dd4e91a-3212-45d1-aa5c-aa8b2c48d53e" providerId="ADAL" clId="{CCEA22BB-792E-C240-BB9D-AEA58C4882B2}" dt="2022-11-16T20:12:14.530" v="1627" actId="2696"/>
        <pc:sldMkLst>
          <pc:docMk/>
          <pc:sldMk cId="160505660" sldId="331"/>
        </pc:sldMkLst>
      </pc:sldChg>
      <pc:sldChg chg="addSp modSp add mod modNotesTx">
        <pc:chgData name="Timo Grünenfelder (s)" userId="6dd4e91a-3212-45d1-aa5c-aa8b2c48d53e" providerId="ADAL" clId="{CCEA22BB-792E-C240-BB9D-AEA58C4882B2}" dt="2022-11-17T13:53:43.611" v="2439" actId="20577"/>
        <pc:sldMkLst>
          <pc:docMk/>
          <pc:sldMk cId="1595023754" sldId="332"/>
        </pc:sldMkLst>
      </pc:sldChg>
      <pc:sldChg chg="addSp modSp new mod">
        <pc:chgData name="Timo Grünenfelder (s)" userId="6dd4e91a-3212-45d1-aa5c-aa8b2c48d53e" providerId="ADAL" clId="{CCEA22BB-792E-C240-BB9D-AEA58C4882B2}" dt="2022-11-17T11:58:03.930" v="2150"/>
        <pc:sldMkLst>
          <pc:docMk/>
          <pc:sldMk cId="3971134874" sldId="333"/>
        </pc:sldMkLst>
      </pc:sldChg>
      <pc:sldChg chg="addSp modSp add mod ord">
        <pc:chgData name="Timo Grünenfelder (s)" userId="6dd4e91a-3212-45d1-aa5c-aa8b2c48d53e" providerId="ADAL" clId="{CCEA22BB-792E-C240-BB9D-AEA58C4882B2}" dt="2022-11-17T11:58:03.930" v="2150"/>
        <pc:sldMkLst>
          <pc:docMk/>
          <pc:sldMk cId="264355596" sldId="334"/>
        </pc:sldMkLst>
      </pc:sldChg>
      <pc:sldChg chg="addSp modSp add mod">
        <pc:chgData name="Timo Grünenfelder (s)" userId="6dd4e91a-3212-45d1-aa5c-aa8b2c48d53e" providerId="ADAL" clId="{CCEA22BB-792E-C240-BB9D-AEA58C4882B2}" dt="2022-11-17T11:58:03.930" v="2150"/>
        <pc:sldMkLst>
          <pc:docMk/>
          <pc:sldMk cId="2066116374" sldId="335"/>
        </pc:sldMkLst>
      </pc:sldChg>
      <pc:sldChg chg="addSp modSp add mod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3401663091" sldId="336"/>
        </pc:sldMkLst>
      </pc:sldChg>
      <pc:sldChg chg="addSp modSp add mod">
        <pc:chgData name="Timo Grünenfelder (s)" userId="6dd4e91a-3212-45d1-aa5c-aa8b2c48d53e" providerId="ADAL" clId="{CCEA22BB-792E-C240-BB9D-AEA58C4882B2}" dt="2022-11-17T11:58:03.930" v="2150"/>
        <pc:sldMkLst>
          <pc:docMk/>
          <pc:sldMk cId="4225277403" sldId="337"/>
        </pc:sldMkLst>
      </pc:sldChg>
      <pc:sldChg chg="addSp modSp add mod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280078083" sldId="338"/>
        </pc:sldMkLst>
      </pc:sldChg>
      <pc:sldChg chg="addSp modSp add mod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287449335" sldId="339"/>
        </pc:sldMkLst>
      </pc:sldChg>
      <pc:sldChg chg="addSp modSp new mod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2357102837" sldId="340"/>
        </pc:sldMkLst>
      </pc:sldChg>
      <pc:sldChg chg="addSp modSp add mod ord modNotesTx">
        <pc:chgData name="Timo Grünenfelder (s)" userId="6dd4e91a-3212-45d1-aa5c-aa8b2c48d53e" providerId="ADAL" clId="{CCEA22BB-792E-C240-BB9D-AEA58C4882B2}" dt="2022-11-17T12:49:06.497" v="2251" actId="20577"/>
        <pc:sldMkLst>
          <pc:docMk/>
          <pc:sldMk cId="3631236064" sldId="341"/>
        </pc:sldMkLst>
      </pc:sldChg>
      <pc:sldChg chg="addSp modSp add">
        <pc:chgData name="Timo Grünenfelder (s)" userId="6dd4e91a-3212-45d1-aa5c-aa8b2c48d53e" providerId="ADAL" clId="{CCEA22BB-792E-C240-BB9D-AEA58C4882B2}" dt="2022-11-17T11:58:03.930" v="2150"/>
        <pc:sldMkLst>
          <pc:docMk/>
          <pc:sldMk cId="3722909306" sldId="342"/>
        </pc:sldMkLst>
      </pc:sldChg>
      <pc:sldChg chg="addSp modSp add mod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345462420" sldId="343"/>
        </pc:sldMkLst>
      </pc:sldChg>
      <pc:sldChg chg="addSp modSp add mod modNotesTx">
        <pc:chgData name="Timo Grünenfelder (s)" userId="6dd4e91a-3212-45d1-aa5c-aa8b2c48d53e" providerId="ADAL" clId="{CCEA22BB-792E-C240-BB9D-AEA58C4882B2}" dt="2022-11-17T11:58:03.930" v="2150"/>
        <pc:sldMkLst>
          <pc:docMk/>
          <pc:sldMk cId="4270840758" sldId="344"/>
        </pc:sldMkLst>
      </pc:sldChg>
      <pc:sldChg chg="add del">
        <pc:chgData name="Timo Grünenfelder (s)" userId="6dd4e91a-3212-45d1-aa5c-aa8b2c48d53e" providerId="ADAL" clId="{CCEA22BB-792E-C240-BB9D-AEA58C4882B2}" dt="2022-11-17T13:11:38.446" v="2377" actId="2696"/>
        <pc:sldMkLst>
          <pc:docMk/>
          <pc:sldMk cId="1831145876" sldId="345"/>
        </pc:sldMkLst>
      </pc:sldChg>
      <pc:sldChg chg="modSp add del mod ord">
        <pc:chgData name="Timo Grünenfelder (s)" userId="6dd4e91a-3212-45d1-aa5c-aa8b2c48d53e" providerId="ADAL" clId="{CCEA22BB-792E-C240-BB9D-AEA58C4882B2}" dt="2022-11-17T11:42:28.435" v="2147" actId="2696"/>
        <pc:sldMkLst>
          <pc:docMk/>
          <pc:sldMk cId="1944346899" sldId="345"/>
        </pc:sldMkLst>
      </pc:sldChg>
      <pc:sldMasterChg chg="modSp mod modSldLayout">
        <pc:chgData name="Timo Grünenfelder (s)" userId="6dd4e91a-3212-45d1-aa5c-aa8b2c48d53e" providerId="ADAL" clId="{CCEA22BB-792E-C240-BB9D-AEA58C4882B2}" dt="2022-11-17T11:59:48.697" v="2158"/>
        <pc:sldMasterMkLst>
          <pc:docMk/>
          <pc:sldMasterMk cId="1909611525" sldId="2147483648"/>
        </pc:sldMasterMkLst>
        <pc:sldLayoutChg chg="delSp">
          <pc:chgData name="Timo Grünenfelder (s)" userId="6dd4e91a-3212-45d1-aa5c-aa8b2c48d53e" providerId="ADAL" clId="{CCEA22BB-792E-C240-BB9D-AEA58C4882B2}" dt="2022-11-17T11:59:48.697" v="2158"/>
          <pc:sldLayoutMkLst>
            <pc:docMk/>
            <pc:sldMasterMk cId="1909611525" sldId="2147483648"/>
            <pc:sldLayoutMk cId="2207567840" sldId="2147483649"/>
          </pc:sldLayoutMkLst>
        </pc:sldLayoutChg>
      </pc:sldMasterChg>
    </pc:docChg>
  </pc:docChgLst>
  <pc:docChgLst>
    <pc:chgData name="Timo Grünenfelder (s)" userId="6dd4e91a-3212-45d1-aa5c-aa8b2c48d53e" providerId="ADAL" clId="{E0872E40-4279-E94E-B571-DC5F1B5BDADE}"/>
    <pc:docChg chg="addSld delSld modSld sldOrd">
      <pc:chgData name="Timo Grünenfelder (s)" userId="6dd4e91a-3212-45d1-aa5c-aa8b2c48d53e" providerId="ADAL" clId="{E0872E40-4279-E94E-B571-DC5F1B5BDADE}" dt="2024-09-22T08:11:07.978" v="14"/>
      <pc:docMkLst>
        <pc:docMk/>
      </pc:docMkLst>
      <pc:sldChg chg="add del ord modNotesTx">
        <pc:chgData name="Timo Grünenfelder (s)" userId="6dd4e91a-3212-45d1-aa5c-aa8b2c48d53e" providerId="ADAL" clId="{E0872E40-4279-E94E-B571-DC5F1B5BDADE}" dt="2024-09-22T08:08:11.412" v="3" actId="20577"/>
        <pc:sldMkLst>
          <pc:docMk/>
          <pc:sldMk cId="403477305" sldId="256"/>
        </pc:sldMkLst>
      </pc:sldChg>
      <pc:sldChg chg="modNotesTx">
        <pc:chgData name="Timo Grünenfelder (s)" userId="6dd4e91a-3212-45d1-aa5c-aa8b2c48d53e" providerId="ADAL" clId="{E0872E40-4279-E94E-B571-DC5F1B5BDADE}" dt="2024-09-22T08:08:14.999" v="4" actId="20577"/>
        <pc:sldMkLst>
          <pc:docMk/>
          <pc:sldMk cId="1110700678" sldId="263"/>
        </pc:sldMkLst>
      </pc:sldChg>
      <pc:sldChg chg="addSp modSp">
        <pc:chgData name="Timo Grünenfelder (s)" userId="6dd4e91a-3212-45d1-aa5c-aa8b2c48d53e" providerId="ADAL" clId="{E0872E40-4279-E94E-B571-DC5F1B5BDADE}" dt="2024-09-22T08:10:59.071" v="10"/>
        <pc:sldMkLst>
          <pc:docMk/>
          <pc:sldMk cId="834963519" sldId="264"/>
        </pc:sldMkLst>
        <pc:spChg chg="add mod">
          <ac:chgData name="Timo Grünenfelder (s)" userId="6dd4e91a-3212-45d1-aa5c-aa8b2c48d53e" providerId="ADAL" clId="{E0872E40-4279-E94E-B571-DC5F1B5BDADE}" dt="2024-09-22T08:10:59.071" v="10"/>
          <ac:spMkLst>
            <pc:docMk/>
            <pc:sldMk cId="834963519" sldId="264"/>
            <ac:spMk id="5" creationId="{D5DFDAF5-61EA-BFEF-CF59-5E32E4808D0B}"/>
          </ac:spMkLst>
        </pc:spChg>
      </pc:sldChg>
      <pc:sldChg chg="addSp modSp modNotesTx">
        <pc:chgData name="Timo Grünenfelder (s)" userId="6dd4e91a-3212-45d1-aa5c-aa8b2c48d53e" providerId="ADAL" clId="{E0872E40-4279-E94E-B571-DC5F1B5BDADE}" dt="2024-09-22T08:11:06.780" v="13"/>
        <pc:sldMkLst>
          <pc:docMk/>
          <pc:sldMk cId="2972993023" sldId="271"/>
        </pc:sldMkLst>
      </pc:sldChg>
      <pc:sldChg chg="modNotesTx">
        <pc:chgData name="Timo Grünenfelder (s)" userId="6dd4e91a-3212-45d1-aa5c-aa8b2c48d53e" providerId="ADAL" clId="{E0872E40-4279-E94E-B571-DC5F1B5BDADE}" dt="2024-09-22T08:08:18.774" v="5" actId="20577"/>
        <pc:sldMkLst>
          <pc:docMk/>
          <pc:sldMk cId="1711298481" sldId="290"/>
        </pc:sldMkLst>
      </pc:sldChg>
      <pc:sldChg chg="addSp modSp">
        <pc:chgData name="Timo Grünenfelder (s)" userId="6dd4e91a-3212-45d1-aa5c-aa8b2c48d53e" providerId="ADAL" clId="{E0872E40-4279-E94E-B571-DC5F1B5BDADE}" dt="2024-09-22T08:11:02.597" v="11"/>
        <pc:sldMkLst>
          <pc:docMk/>
          <pc:sldMk cId="3418338759" sldId="302"/>
        </pc:sldMkLst>
      </pc:sldChg>
      <pc:sldChg chg="addSp modSp modNotesTx">
        <pc:chgData name="Timo Grünenfelder (s)" userId="6dd4e91a-3212-45d1-aa5c-aa8b2c48d53e" providerId="ADAL" clId="{E0872E40-4279-E94E-B571-DC5F1B5BDADE}" dt="2024-09-22T08:11:04.603" v="12"/>
        <pc:sldMkLst>
          <pc:docMk/>
          <pc:sldMk cId="2463194928" sldId="304"/>
        </pc:sldMkLst>
      </pc:sldChg>
      <pc:sldChg chg="addSp modSp">
        <pc:chgData name="Timo Grünenfelder (s)" userId="6dd4e91a-3212-45d1-aa5c-aa8b2c48d53e" providerId="ADAL" clId="{E0872E40-4279-E94E-B571-DC5F1B5BDADE}" dt="2024-09-22T08:11:07.978" v="14"/>
        <pc:sldMkLst>
          <pc:docMk/>
          <pc:sldMk cId="1268120695" sldId="308"/>
        </pc:sldMkLst>
      </pc:sldChg>
      <pc:sldChg chg="modNotesTx">
        <pc:chgData name="Timo Grünenfelder (s)" userId="6dd4e91a-3212-45d1-aa5c-aa8b2c48d53e" providerId="ADAL" clId="{E0872E40-4279-E94E-B571-DC5F1B5BDADE}" dt="2024-09-22T08:08:22.138" v="7" actId="20577"/>
        <pc:sldMkLst>
          <pc:docMk/>
          <pc:sldMk cId="579555073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0C5AE-52B7-AD44-9E75-F34B066A7945}" type="datetimeFigureOut">
              <a:rPr lang="en-CH" smtClean="0"/>
              <a:t>12/20/2024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3C462-BA6A-C34B-A3FD-1E3DF0DF290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716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604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93773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84578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3216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2975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>
                <a:ea typeface="Calibri"/>
                <a:cs typeface="Calibri"/>
              </a:rPr>
              <a:t>Start with </a:t>
            </a:r>
            <a:r>
              <a:rPr lang="en-CH" err="1">
                <a:ea typeface="Calibri"/>
                <a:cs typeface="Calibri"/>
              </a:rPr>
              <a:t>questionaire</a:t>
            </a:r>
            <a:r>
              <a:rPr lang="en-CH">
                <a:ea typeface="Calibri"/>
                <a:cs typeface="Calibri"/>
              </a:rPr>
              <a:t> and multiple interview which lead us to these painpoints</a:t>
            </a:r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13312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8034-EC91-40A7-48BA-BA428CF2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AFB52-D9B8-A09B-80D3-1B073472A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D12DE-6F91-514E-9A03-D141B9E9A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7AB81-62B4-7D9A-D1CF-66D20BBF8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3790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062F-A7D3-AE60-FEE6-50C42441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5A724-8BAB-74AE-F819-00DC78677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D325-220C-55AC-D452-58D9D7DCF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CA205-35D3-037F-357A-17CF97EFB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09367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36234-B771-9D31-D23F-BF6395F8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6961-61C6-E00E-415D-E0BEAE9A7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B2516-D275-0C99-F10A-FA7723580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E322F-2EC8-10E6-3CAF-7CBD2CA62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2156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314E9-E18F-ECE3-5162-2343048F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7FEDF-EB0F-FAB0-F61D-F3C048C95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1F324-CF1F-48EA-BC9F-571E3B6D1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11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03FFE-5818-D099-7400-5BD33D3A3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43176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91E5-2026-719F-7C55-ADF760C8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4B424-8B39-7A2D-CDDF-69695870C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ED662-518F-E1B8-0F5A-AADF8AB2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66DE5-A407-7418-1409-BE9CE5990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736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8A93-C858-684B-4C59-1B5EB6D7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590F6-548B-38B7-DDF8-19BEA2561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888E4-8E6F-454F-063C-92CA191B7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A816E-1096-70AE-1A84-E2B44627B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22837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3FD81-F8D8-DAE4-40B8-0679D058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DEDBA-919F-5A74-E597-1165263B8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BB322-04BA-F230-C915-9BF2F2D97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146EE-040D-9428-17EC-D7CB1BE36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00185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EEB8-96DE-0586-4D79-FA19913E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950D4-D1BF-66C5-22D6-5C290ED1F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95ED8-D6AF-6092-8455-C3EF409CF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8B8B-07B1-2106-0A09-2068AE870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15335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4A6A-AB5D-7CB7-7F5A-C2FCECC0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B63E5-63B0-F1AF-5437-57F58CB35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6F00A-01D6-E9FD-0D96-500D64407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84190-E423-A66D-2945-CDFEC74EC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03806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00A9-B5ED-7C63-9428-A85D2007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22606-FA0E-3EC2-261B-F3EA38B5A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F6E61-A82A-4B3A-961D-F482FE368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3BCE2-4FEE-DE64-B84B-7F7103BCE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37472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3A60-89CC-0C87-C320-6AB739957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CBCD0-8339-80EB-D926-FA423A449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2F786-274D-F69B-CB47-2B50659A9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5E3A8-4443-FD92-396B-A08B3DF43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93339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9F00-E5DA-6FAC-BB0E-0E7714C4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30660-11A8-B30D-DE65-2BE581473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C4D9C-37B8-6847-354E-1C723DAC1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C46B-5E34-2CD3-4059-F197CF407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19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60366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9F656-416B-CE29-6C5A-17AC5FC5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490BD-AEE2-B039-386C-EEEF415A4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352A0-55F5-2766-73B9-5F8545B25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Outcome: in all </a:t>
            </a:r>
            <a:r>
              <a:rPr lang="de-CH" err="1"/>
              <a:t>cases</a:t>
            </a:r>
            <a:r>
              <a:rPr lang="de-CH"/>
              <a:t> </a:t>
            </a:r>
            <a:r>
              <a:rPr lang="de-CH" err="1"/>
              <a:t>reduction</a:t>
            </a:r>
            <a:r>
              <a:rPr lang="de-CH"/>
              <a:t> in </a:t>
            </a:r>
            <a:r>
              <a:rPr lang="de-CH" err="1"/>
              <a:t>processing</a:t>
            </a:r>
            <a:r>
              <a:rPr lang="de-CH"/>
              <a:t> type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49B44-638F-6D5A-F170-22E583C96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20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39200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F750-5F08-B923-6F3B-393BF6FF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A7516-3A49-A954-2E3A-9DC5725D5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16154-3C06-C81E-F0EA-AF1F57BA7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Outcome: in all </a:t>
            </a:r>
            <a:r>
              <a:rPr lang="de-CH" err="1"/>
              <a:t>cases</a:t>
            </a:r>
            <a:r>
              <a:rPr lang="de-CH"/>
              <a:t> </a:t>
            </a:r>
            <a:r>
              <a:rPr lang="de-CH" err="1"/>
              <a:t>reduction</a:t>
            </a:r>
            <a:r>
              <a:rPr lang="de-CH"/>
              <a:t> in </a:t>
            </a:r>
            <a:r>
              <a:rPr lang="de-CH" err="1"/>
              <a:t>processing</a:t>
            </a:r>
            <a:r>
              <a:rPr lang="de-CH"/>
              <a:t> type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56D9D-4A10-E3C3-1B49-074E7095A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21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631685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EC42-0B64-3B91-36F6-4064AE5E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4A4A4-0E1C-A015-9359-7F1837D64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11B00-960D-1FD7-1CE3-3061E120F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Keyword: Kaizen</a:t>
            </a:r>
            <a:endParaRPr lang="en-CH"/>
          </a:p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CB36B-52CD-A4B6-142D-F0D9BA7B8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22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14150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D126-A9A6-5B57-1111-EB252329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95EB1-EEC0-D16F-3D51-5AAA3B15A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A59F3-6822-7AAA-70B4-FDC7052A6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The </a:t>
            </a:r>
            <a:r>
              <a:rPr lang="de-CH" err="1"/>
              <a:t>Manufacturer</a:t>
            </a:r>
            <a:r>
              <a:rPr lang="de-CH"/>
              <a:t> Webpage </a:t>
            </a:r>
            <a:r>
              <a:rPr lang="de-CH" err="1"/>
              <a:t>is</a:t>
            </a:r>
            <a:r>
              <a:rPr lang="de-CH"/>
              <a:t> </a:t>
            </a:r>
            <a:r>
              <a:rPr lang="de-CH" err="1"/>
              <a:t>too</a:t>
            </a:r>
            <a:r>
              <a:rPr lang="de-CH"/>
              <a:t> slow</a:t>
            </a:r>
          </a:p>
          <a:p>
            <a:r>
              <a:rPr lang="de-CH"/>
              <a:t>Not </a:t>
            </a:r>
            <a:r>
              <a:rPr lang="de-CH" err="1"/>
              <a:t>enough</a:t>
            </a:r>
            <a:r>
              <a:rPr lang="de-CH"/>
              <a:t> </a:t>
            </a:r>
            <a:r>
              <a:rPr lang="de-CH" err="1"/>
              <a:t>staff</a:t>
            </a:r>
            <a:endParaRPr lang="de-CH"/>
          </a:p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A4DD4-B9D9-DB57-0516-35393F9DA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23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038008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55598-F855-036A-1291-5A75B0FD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3EFA8-F3A7-CB74-DAD1-C6E548035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4E1B9-8AB0-CCA4-83EA-1269949F3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The </a:t>
            </a:r>
            <a:r>
              <a:rPr lang="de-CH" err="1"/>
              <a:t>Manufacturer</a:t>
            </a:r>
            <a:r>
              <a:rPr lang="de-CH"/>
              <a:t> Webpage </a:t>
            </a:r>
            <a:r>
              <a:rPr lang="de-CH" err="1"/>
              <a:t>is</a:t>
            </a:r>
            <a:r>
              <a:rPr lang="de-CH"/>
              <a:t> </a:t>
            </a:r>
            <a:r>
              <a:rPr lang="de-CH" err="1"/>
              <a:t>too</a:t>
            </a:r>
            <a:r>
              <a:rPr lang="de-CH"/>
              <a:t> slow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Not </a:t>
            </a:r>
            <a:r>
              <a:rPr lang="de-CH" err="1"/>
              <a:t>enough</a:t>
            </a:r>
            <a:r>
              <a:rPr lang="de-CH"/>
              <a:t> </a:t>
            </a:r>
            <a:r>
              <a:rPr lang="de-CH" err="1"/>
              <a:t>staff</a:t>
            </a:r>
            <a:endParaRPr lang="en-CH"/>
          </a:p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7BA00-F08E-3C5C-84E7-FC3B6B77F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24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627315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BAD78-6B1A-FAFD-6643-3C7B5DFE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89430-88C3-7979-2FB2-AA49AA075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7C7D4-6C0F-AA62-0917-92E7A6BD0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2A2FC-DA7C-10D5-3BF9-9AB3A840A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C462-BA6A-C34B-A3FD-1E3DF0DF2906}" type="slidenum">
              <a:rPr lang="en-CH" smtClean="0"/>
              <a:t>25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12518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D288-C0E5-3747-9E08-9B88E3A27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59F52-17F0-5B48-8B2D-E6E4F6EF1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0756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C310-24D8-0A43-8166-595DD375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32171-2758-F54E-952C-5B08C4E0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System Font Regular"/>
              <a:buChar char="-"/>
              <a:defRPr/>
            </a:lvl1pPr>
            <a:lvl2pPr marL="685800" indent="-228600">
              <a:buFont typeface="System Font Regular"/>
              <a:buChar char="-"/>
              <a:defRPr/>
            </a:lvl2pPr>
            <a:lvl3pPr marL="1143000" indent="-228600">
              <a:buFont typeface="System Font Regular"/>
              <a:buChar char="-"/>
              <a:defRPr/>
            </a:lvl3pPr>
            <a:lvl4pPr marL="1600200" indent="-228600">
              <a:buFont typeface="System Font Regular"/>
              <a:buChar char="-"/>
              <a:defRPr/>
            </a:lvl4pPr>
            <a:lvl5pPr marL="2057400" indent="-228600">
              <a:buFont typeface="System Font Regular"/>
              <a:buChar char="-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A01B2-1429-CA4E-89C3-A90FD86E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4933A-164D-8A44-8D3F-947B85BE4BBD}" type="datetime1">
              <a:rPr lang="de-CH" smtClean="0"/>
              <a:t>20.12.2024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2E0DD-2ED2-914F-BE38-732B897FE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963E4-265B-7448-AF6A-EC52E65A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4946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83CA-869A-594A-BCA4-E3F03E7ED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99D2B-A432-5949-BA4B-3E1481F98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C6A82-5010-0E48-988E-32B499F6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DB95-1FA2-654B-9B47-7F22758F0B08}" type="datetime1">
              <a:rPr lang="de-CH" smtClean="0"/>
              <a:t>20.12.2024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23B0E-3BD6-B24F-95C2-CF07E00B8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6998E-5DFD-D343-89FC-6C63B406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88993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9A60-2FDE-1D40-8CDA-0C79D96D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ADA70-8FBA-E143-B75C-7764F436E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106AE-BF14-A945-A8C3-075295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2EA80-D1D1-D447-987D-CB76BB2C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633B3-7CE4-A74D-BEC2-1DC97690129F}" type="datetime1">
              <a:rPr lang="de-CH" smtClean="0"/>
              <a:t>20.12.2024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7EC8D-B109-0F49-A0C2-2098D29F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E4D3D-1FC5-1646-AA7C-42A80CBC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8163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4943-0E69-5649-9B8C-4434A16B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9CE03-DB33-174B-9C22-FAF14D0B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0F611-C5C6-B64B-BEC0-4906DE09D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7F650-F474-1C49-B9FB-5E9469FDD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55FC0-D9B5-CF43-BFA8-EF64AFEA7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E2BA7B-C53F-154B-82A8-21309F42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65118-44FA-6240-8EC4-0A91E01C3F29}" type="datetime1">
              <a:rPr lang="de-CH" smtClean="0"/>
              <a:t>20.12.2024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D9056-7A50-F04F-BBE3-B9774095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E4A2F-3A58-F447-AC9E-DBE9717A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5838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C5F39-E0CF-4549-8909-C779BCC1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C703B-C076-9341-A6C2-8B469456F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0607-1DE2-AB44-9098-6C01EF39DFD9}" type="datetime1">
              <a:rPr lang="de-CH" smtClean="0"/>
              <a:t>20.12.2024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BF659-8AA0-AD41-9B31-8E5AD712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C32A9-510D-2A42-AF25-239DE79A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5336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18594C-0322-F940-A067-524A0C68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2AEBD-E77E-3440-8B1A-3E33F1D936F1}" type="datetime1">
              <a:rPr lang="de-CH" smtClean="0"/>
              <a:t>20.12.2024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CF3A6-953F-1041-A95E-06A4E3A1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C42B8-D782-5843-ACC6-7455D7D0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8214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F20B-FBA2-BA47-AB91-892A4359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21A7-EA4A-3A47-B551-7B1E0C1AD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EE483-A4A7-C344-B0C9-8C1BDB8A5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C0DF7-D20A-DE45-B35A-CD7AE327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4E465-5667-734F-BA37-7AD4DE5361FD}" type="datetime1">
              <a:rPr lang="de-CH" smtClean="0"/>
              <a:t>20.12.2024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E7204-712F-D44E-8073-B0914BDC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F6423-648A-1C4A-AA87-2A030B1F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64532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E2A6-36C7-254C-9899-F35F8B729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FE37B-BB36-DE4D-A968-8D6818CA3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5DF1A-A55C-FA4F-8F63-9C6B94393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C4443-D07B-3F49-817D-D3CC636D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948C-B564-2140-94BC-48DE13BE225A}" type="datetime1">
              <a:rPr lang="de-CH" smtClean="0"/>
              <a:t>20.12.2024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9F7CA-C954-A940-959B-447E52D1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A310E-FE34-5041-B266-1584D5F8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6169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6D46-E364-FD47-9B52-89CF903F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7A119-6AA4-0445-A47B-B4AC423D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474CD-1095-834F-8F54-26697487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C69FF-4508-194F-ABD8-40D9780330C1}" type="datetime1">
              <a:rPr lang="de-CH" smtClean="0"/>
              <a:t>20.12.2024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D68FA-0CA3-F049-99C5-CCC309C6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47220-86B8-2B42-8C05-80810EFB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0990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CD8B29-0434-5445-881C-448CD3120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59DE4-B578-E347-A942-0C4F7776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25669-CE1D-4544-B895-5FDC5DFC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90063-0539-E345-8438-278AA0030FC1}" type="datetime1">
              <a:rPr lang="de-CH" smtClean="0"/>
              <a:t>20.12.2024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50CB0-100A-B14D-850E-CD3B58AB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F6CD0-2C7E-4546-9ADA-E7D11AF1E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3621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1BC8D-3012-AE41-AF3C-F230C385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9448E-A05C-8448-887D-41FEAEAE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42918-4BB7-CD45-BCB6-97FE484D3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695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2CB15-A716-CC46-8365-3C6C35D2DAA3}" type="datetime1">
              <a:rPr lang="de-CH" smtClean="0"/>
              <a:t>20.12.2024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3482-1C4C-154B-8927-3E9A6DD92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1378A-F4B2-9A49-B6E7-8B2F1F9ED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49C1B-2F09-E34C-BF2F-01A1A1E38837}" type="slidenum">
              <a:rPr lang="en-CH" smtClean="0"/>
              <a:pPr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09611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stem Font Regular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69B6-C88F-7940-B32C-A71EAD324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023" y="185058"/>
            <a:ext cx="9742714" cy="6955971"/>
          </a:xfrm>
        </p:spPr>
        <p:txBody>
          <a:bodyPr anchor="t">
            <a:noAutofit/>
          </a:bodyPr>
          <a:lstStyle/>
          <a:p>
            <a:pPr algn="l"/>
            <a:r>
              <a:rPr lang="en-GB" sz="9600" b="0" noProof="1"/>
              <a:t>Computacenter</a:t>
            </a:r>
            <a:br>
              <a:rPr lang="en-GB" sz="9600" b="0" noProof="1"/>
            </a:br>
            <a:r>
              <a:rPr lang="en-GB" sz="9600" b="0" noProof="1"/>
              <a:t>Repair</a:t>
            </a:r>
            <a:br>
              <a:rPr lang="en-GB" sz="9600" b="0" noProof="1"/>
            </a:br>
            <a:r>
              <a:rPr lang="en-GB" sz="9600" b="0" noProof="1"/>
              <a:t>Process Optimisations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BDE6E-7DE2-4145-94D3-DA7382921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107" y="5202238"/>
            <a:ext cx="10520515" cy="1655762"/>
          </a:xfrm>
        </p:spPr>
        <p:txBody>
          <a:bodyPr anchor="b"/>
          <a:lstStyle/>
          <a:p>
            <a:pPr algn="l"/>
            <a:r>
              <a:rPr lang="en-GB" noProof="1">
                <a:solidFill>
                  <a:schemeClr val="bg1">
                    <a:lumMod val="50000"/>
                  </a:schemeClr>
                </a:solidFill>
              </a:rPr>
              <a:t>BPM Team A11 · M. Shaw, P. Goyal, S. Gelli, T. Grünenfelder, V. R. Tella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2CA3AD-6A35-A24A-BC91-A3076DC5C27C}"/>
              </a:ext>
            </a:extLst>
          </p:cNvPr>
          <p:cNvCxnSpPr/>
          <p:nvPr/>
        </p:nvCxnSpPr>
        <p:spPr>
          <a:xfrm>
            <a:off x="452487" y="480767"/>
            <a:ext cx="0" cy="648564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DE4320-19EA-AA75-1C68-D76DD7BD8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7" b="23470"/>
          <a:stretch/>
        </p:blipFill>
        <p:spPr bwMode="auto">
          <a:xfrm>
            <a:off x="9520175" y="109728"/>
            <a:ext cx="2376055" cy="83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11">
            <a:extLst>
              <a:ext uri="{FF2B5EF4-FFF2-40B4-BE49-F238E27FC236}">
                <a16:creationId xmlns:a16="http://schemas.microsoft.com/office/drawing/2014/main" id="{58C3F058-0BE4-9CAA-87D1-E9DF2C379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3280" y="941660"/>
            <a:ext cx="1571760" cy="424800"/>
          </a:xfrm>
          <a:prstGeom prst="rect">
            <a:avLst/>
          </a:prstGeom>
        </p:spPr>
      </p:pic>
      <p:pic>
        <p:nvPicPr>
          <p:cNvPr id="6" name="Grafik 6">
            <a:extLst>
              <a:ext uri="{FF2B5EF4-FFF2-40B4-BE49-F238E27FC236}">
                <a16:creationId xmlns:a16="http://schemas.microsoft.com/office/drawing/2014/main" id="{52A6478B-357D-6E8C-8CF7-94903E897A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91260" y="1555593"/>
            <a:ext cx="1263780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7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73BB-72A8-D748-858E-947AF79CC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Overview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F1525B-FE29-8A42-ACDE-7ACB7DEDF612}"/>
              </a:ext>
            </a:extLst>
          </p:cNvPr>
          <p:cNvCxnSpPr>
            <a:cxnSpLocks/>
          </p:cNvCxnSpPr>
          <p:nvPr/>
        </p:nvCxnSpPr>
        <p:spPr>
          <a:xfrm>
            <a:off x="0" y="1399038"/>
            <a:ext cx="8389856" cy="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BDC7E9-1CD1-3DA3-AFD0-FA3A2911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2</a:t>
            </a:fld>
            <a:endParaRPr lang="en-GB" noProof="1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57CE7CF-0AB5-3645-354B-1D482AB0A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514350" indent="-514350">
              <a:lnSpc>
                <a:spcPct val="120000"/>
              </a:lnSpc>
              <a:spcBef>
                <a:spcPts val="2200"/>
              </a:spcBef>
              <a:buFont typeface="+mj-lt"/>
              <a:buAutoNum type="arabicParenR"/>
            </a:pPr>
            <a:r>
              <a:rPr lang="en-GB" sz="4400" noProof="1">
                <a:sym typeface="Wingdings" pitchFamily="2" charset="2"/>
              </a:rPr>
              <a:t>Case</a:t>
            </a:r>
          </a:p>
          <a:p>
            <a:pPr marL="514350" indent="-514350">
              <a:lnSpc>
                <a:spcPct val="120000"/>
              </a:lnSpc>
              <a:spcBef>
                <a:spcPts val="2200"/>
              </a:spcBef>
              <a:buFont typeface="+mj-lt"/>
              <a:buAutoNum type="arabicParenR"/>
            </a:pPr>
            <a:r>
              <a:rPr lang="en-GB" sz="4400" noProof="1">
                <a:sym typeface="Wingdings" pitchFamily="2" charset="2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84957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5586-EB6F-A345-B78A-084EEA52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Case</a:t>
            </a:r>
            <a:endParaRPr lang="en-GB" noProof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2E1FC-656A-0C4E-95C7-DED0B13C7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056FB6-439D-8D44-824F-C8A351A4A105}"/>
              </a:ext>
            </a:extLst>
          </p:cNvPr>
          <p:cNvCxnSpPr>
            <a:cxnSpLocks/>
          </p:cNvCxnSpPr>
          <p:nvPr/>
        </p:nvCxnSpPr>
        <p:spPr>
          <a:xfrm>
            <a:off x="0" y="4425042"/>
            <a:ext cx="8389856" cy="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F3E14-C442-D84B-BEF2-2FE29BBC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3</a:t>
            </a:fld>
            <a:endParaRPr lang="en-GB" noProof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8FD7F4-A0B5-015A-5A9A-B83B243D0E46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50000"/>
                  </a:schemeClr>
                </a:solidFill>
              </a:rPr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111070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5586-EB6F-A345-B78A-084EEA52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Computacenter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75DD2B-3E24-3140-9276-A58A9803A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  <a:tabLst>
                <a:tab pos="473075" algn="l"/>
              </a:tabLst>
            </a:pPr>
            <a:r>
              <a:rPr lang="en-GB" noProof="1"/>
              <a:t>Based in the UK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  <a:tabLst>
                <a:tab pos="473075" algn="l"/>
              </a:tabLst>
            </a:pPr>
            <a:r>
              <a:rPr lang="en-GB" noProof="1"/>
              <a:t>20'000 employees worldwide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  <a:tabLst>
                <a:tab pos="473075" algn="l"/>
              </a:tabLst>
            </a:pPr>
            <a:r>
              <a:rPr lang="en-GB" noProof="1"/>
              <a:t>Branch in CH; 250 employees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  <a:tabLst>
                <a:tab pos="473075" algn="l"/>
              </a:tabLst>
            </a:pPr>
            <a:r>
              <a:rPr lang="en-GB" noProof="1"/>
              <a:t>Hard to be profitable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56E338-832E-D73B-7F0D-312A9DB7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4</a:t>
            </a:fld>
            <a:endParaRPr lang="en-GB" noProof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24EF46-D30D-1BA5-8058-B1BE613A4D4F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CH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3800" b="1" spc="-3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1"/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19977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5586-EB6F-A345-B78A-084EEA52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Repair-Process</a:t>
            </a:r>
          </a:p>
        </p:txBody>
      </p:sp>
      <p:pic>
        <p:nvPicPr>
          <p:cNvPr id="6" name="Inhaltsplatzhalter 5" descr="Ein Bild, das Text, Screenshot, Diagramm, Zahl enthält.&#10;&#10;Beschreibung automatisch generiert.">
            <a:extLst>
              <a:ext uri="{FF2B5EF4-FFF2-40B4-BE49-F238E27FC236}">
                <a16:creationId xmlns:a16="http://schemas.microsoft.com/office/drawing/2014/main" id="{B4C4E5CF-3E83-68E1-0BAF-98512345C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0195" y="1576307"/>
            <a:ext cx="8840565" cy="478369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56E338-832E-D73B-7F0D-312A9DB7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5</a:t>
            </a:fld>
            <a:endParaRPr lang="en-GB" noProof="1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4C395FA-CCB7-1826-9F4B-2E4E86C2CBA0}"/>
              </a:ext>
            </a:extLst>
          </p:cNvPr>
          <p:cNvSpPr/>
          <p:nvPr/>
        </p:nvSpPr>
        <p:spPr>
          <a:xfrm>
            <a:off x="945696" y="2483303"/>
            <a:ext cx="2102303" cy="1469572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750D2BF-0660-347C-28B2-F75E98BCE1F4}"/>
              </a:ext>
            </a:extLst>
          </p:cNvPr>
          <p:cNvSpPr/>
          <p:nvPr/>
        </p:nvSpPr>
        <p:spPr>
          <a:xfrm>
            <a:off x="2673802" y="3320143"/>
            <a:ext cx="1694090" cy="187778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432BB0E-8A4E-7243-D2D5-CA1EDB534471}"/>
              </a:ext>
            </a:extLst>
          </p:cNvPr>
          <p:cNvSpPr/>
          <p:nvPr/>
        </p:nvSpPr>
        <p:spPr>
          <a:xfrm>
            <a:off x="4472665" y="3227615"/>
            <a:ext cx="4014109" cy="135391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00DA9A5-BFB3-F385-E80E-A79F86B60879}"/>
              </a:ext>
            </a:extLst>
          </p:cNvPr>
          <p:cNvSpPr/>
          <p:nvPr/>
        </p:nvSpPr>
        <p:spPr>
          <a:xfrm>
            <a:off x="4309379" y="4669971"/>
            <a:ext cx="4714876" cy="1415142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578E9F-B57F-9C6E-0BB6-7A51CD4D5D96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CH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3800" b="1" spc="-3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1"/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204507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0" grpId="0" animBg="1"/>
      <p:bldP spid="11" grpId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5586-EB6F-A345-B78A-084EEA52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Painpoints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75DD2B-3E24-3140-9276-A58A9803A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120000"/>
              </a:lnSpc>
              <a:buFontTx/>
              <a:tabLst>
                <a:tab pos="473075" algn="l"/>
              </a:tabLst>
            </a:pPr>
            <a:r>
              <a:rPr lang="en-GB" noProof="1"/>
              <a:t>Manual labour for admin</a:t>
            </a:r>
          </a:p>
          <a:p>
            <a:pPr>
              <a:lnSpc>
                <a:spcPct val="120000"/>
              </a:lnSpc>
              <a:buFontTx/>
              <a:tabLst>
                <a:tab pos="473075" algn="l"/>
              </a:tabLst>
            </a:pPr>
            <a:r>
              <a:rPr lang="en-GB" noProof="1"/>
              <a:t>Number of admin tasks</a:t>
            </a:r>
          </a:p>
          <a:p>
            <a:pPr>
              <a:lnSpc>
                <a:spcPct val="120000"/>
              </a:lnSpc>
              <a:buFontTx/>
              <a:tabLst>
                <a:tab pos="473075" algn="l"/>
              </a:tabLst>
            </a:pPr>
            <a:r>
              <a:rPr lang="en-GB" noProof="1"/>
              <a:t>Ducumentation takes a long time</a:t>
            </a:r>
          </a:p>
          <a:p>
            <a:pPr>
              <a:lnSpc>
                <a:spcPct val="120000"/>
              </a:lnSpc>
              <a:buFontTx/>
              <a:tabLst>
                <a:tab pos="473075" algn="l"/>
              </a:tabLst>
            </a:pPr>
            <a:r>
              <a:rPr lang="en-GB" noProof="1"/>
              <a:t>Using too many tools</a:t>
            </a:r>
          </a:p>
          <a:p>
            <a:pPr>
              <a:lnSpc>
                <a:spcPct val="120000"/>
              </a:lnSpc>
              <a:buFontTx/>
              <a:tabLst>
                <a:tab pos="473075" algn="l"/>
              </a:tabLst>
            </a:pPr>
            <a:r>
              <a:rPr lang="en-GB" noProof="1"/>
              <a:t>Manual priotisation within an Excel list</a:t>
            </a:r>
          </a:p>
          <a:p>
            <a:pPr>
              <a:lnSpc>
                <a:spcPct val="120000"/>
              </a:lnSpc>
              <a:buFontTx/>
              <a:tabLst>
                <a:tab pos="473075" algn="l"/>
              </a:tabLst>
            </a:pPr>
            <a:r>
              <a:rPr lang="en-GB" noProof="1"/>
              <a:t>Sending reminders is time consuming</a:t>
            </a:r>
          </a:p>
          <a:p>
            <a:pPr>
              <a:lnSpc>
                <a:spcPct val="120000"/>
              </a:lnSpc>
              <a:buFontTx/>
              <a:tabLst>
                <a:tab pos="473075" algn="l"/>
              </a:tabLst>
            </a:pPr>
            <a:r>
              <a:rPr lang="en-GB" noProof="1"/>
              <a:t>Creating of an offer requires a lot of manual labour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56E338-832E-D73B-7F0D-312A9DB7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6</a:t>
            </a:fld>
            <a:endParaRPr lang="en-GB" noProof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081763-53F7-F301-0AD1-7BA8DF3ABB65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CH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3800" b="1" spc="-30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1"/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226742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5586-EB6F-A345-B78A-084EEA52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Solution</a:t>
            </a:r>
            <a:endParaRPr lang="en-GB" noProof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2E1FC-656A-0C4E-95C7-DED0B13C7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800" noProof="1"/>
              <a:t>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B1AC9F-11FB-1747-8754-6120BC18CD92}"/>
              </a:ext>
            </a:extLst>
          </p:cNvPr>
          <p:cNvCxnSpPr>
            <a:cxnSpLocks/>
          </p:cNvCxnSpPr>
          <p:nvPr/>
        </p:nvCxnSpPr>
        <p:spPr>
          <a:xfrm>
            <a:off x="0" y="4425042"/>
            <a:ext cx="8389856" cy="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5DFDAF5-61EA-BFEF-CF59-5E32E480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8449C1B-2F09-E34C-BF2F-01A1A1E38837}" type="slidenum">
              <a:rPr lang="en-GB" noProof="1" smtClean="0"/>
              <a:t>7</a:t>
            </a:fld>
            <a:endParaRPr lang="en-GB" noProof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18FE3F-6DBA-B2E1-6E17-E179E5895148}"/>
              </a:ext>
            </a:extLst>
          </p:cNvPr>
          <p:cNvSpPr txBox="1">
            <a:spLocks/>
          </p:cNvSpPr>
          <p:nvPr/>
        </p:nvSpPr>
        <p:spPr>
          <a:xfrm rot="16200000">
            <a:off x="7321226" y="1893221"/>
            <a:ext cx="7744971" cy="23378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50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83496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5FFED-A4DE-B90F-DC88-983EA047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1851-7577-7449-C21B-5F032F119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Approach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177D00-D72D-D48D-44A2-B59262C7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514350" indent="-514350">
              <a:lnSpc>
                <a:spcPct val="120000"/>
              </a:lnSpc>
              <a:spcBef>
                <a:spcPts val="2200"/>
              </a:spcBef>
              <a:buAutoNum type="alphaUcParenR"/>
            </a:pPr>
            <a:r>
              <a:rPr lang="en-GB" noProof="1"/>
              <a:t>System Integration and Automation</a:t>
            </a:r>
          </a:p>
          <a:p>
            <a:pPr marL="514350" indent="-514350">
              <a:lnSpc>
                <a:spcPct val="120000"/>
              </a:lnSpc>
              <a:spcBef>
                <a:spcPts val="2200"/>
              </a:spcBef>
              <a:buFont typeface="System Font Regular"/>
              <a:buAutoNum type="alphaUcParenR"/>
            </a:pPr>
            <a:r>
              <a:rPr lang="en-GB" noProof="1">
                <a:sym typeface="Wingdings" pitchFamily="2" charset="2"/>
              </a:rPr>
              <a:t>Continouous Improvement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A94106-C541-7FBF-9C80-AF4FB4947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8</a:t>
            </a:fld>
            <a:endParaRPr lang="en-GB" noProof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C516EF9-8ED6-8A6D-315D-15ABE3B8C55B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421050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C308-B4CE-A8AD-18E1-2F99A65E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8CEC-B159-8933-1A5C-189D78D4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Approach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E4A2C2-6511-441D-BD67-B989DB065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514350" indent="-514350">
              <a:lnSpc>
                <a:spcPct val="120000"/>
              </a:lnSpc>
              <a:spcBef>
                <a:spcPts val="2200"/>
              </a:spcBef>
              <a:buAutoNum type="alphaUcParenR"/>
            </a:pPr>
            <a:r>
              <a:rPr lang="en-GB" b="1" noProof="1"/>
              <a:t>System Integration and Automation</a:t>
            </a:r>
          </a:p>
          <a:p>
            <a:pPr marL="514350" indent="-514350">
              <a:lnSpc>
                <a:spcPct val="120000"/>
              </a:lnSpc>
              <a:spcBef>
                <a:spcPts val="2200"/>
              </a:spcBef>
              <a:buFont typeface="System Font Regular"/>
              <a:buAutoNum type="alphaUcParenR"/>
            </a:pPr>
            <a:r>
              <a:rPr lang="en-GB" noProof="1">
                <a:sym typeface="Wingdings" pitchFamily="2" charset="2"/>
              </a:rPr>
              <a:t>Continouous Improvement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79E34-3E82-79FB-9D60-4BE0BC65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9</a:t>
            </a:fld>
            <a:endParaRPr lang="en-GB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94ED08-F6C9-3A2C-FC28-D6D4B790B75B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4142554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57A5-A21A-AE8D-0C13-99516301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585F-A7E0-BE97-236C-672F5F02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Approach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0F63FA-28F4-62BB-CB19-3A230D58B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514350" indent="-514350">
              <a:lnSpc>
                <a:spcPct val="120000"/>
              </a:lnSpc>
              <a:spcBef>
                <a:spcPts val="2200"/>
              </a:spcBef>
              <a:buAutoNum type="alphaUcParenR"/>
            </a:pPr>
            <a:r>
              <a:rPr lang="en-GB" noProof="1"/>
              <a:t>System Integration and Automation</a:t>
            </a:r>
          </a:p>
          <a:p>
            <a:pPr marL="514350" indent="-514350">
              <a:lnSpc>
                <a:spcPct val="120000"/>
              </a:lnSpc>
              <a:spcBef>
                <a:spcPts val="2200"/>
              </a:spcBef>
              <a:buFont typeface="System Font Regular"/>
              <a:buAutoNum type="alphaUcParenR"/>
            </a:pPr>
            <a:r>
              <a:rPr lang="en-GB" b="1" noProof="1">
                <a:sym typeface="Wingdings" pitchFamily="2" charset="2"/>
              </a:rPr>
              <a:t>Continouous Improvement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78A4B-F20D-6643-75D8-09F06343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10</a:t>
            </a:fld>
            <a:endParaRPr lang="en-GB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EC5BAE-299D-5878-52E5-7507A491A013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169877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08EC-9B76-9A5E-50FA-D208F505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5D01-D1AD-EC6F-4161-98FA3CB6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Recommendation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7D154E-D1A9-1AD1-E2F8-6C1C93AFD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Preregister of cases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Warranty Check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Manufacturer Case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Chase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EDI spare parts ordering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Catalogue Platform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Value suggestions and drive small improvements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Purchase Process for Spare Parts in Abacus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Cross-training for multiple roles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Prioritisation in automated BI Dashboard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Standardised Packaging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745E3B-BC80-1829-DCA6-FA69945D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11</a:t>
            </a:fld>
            <a:endParaRPr lang="en-GB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F3B2A6-102B-876E-B7A5-4E27F80F00AA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070803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45585-9A68-0D43-E80F-D2DACB5E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6305-6AEA-D101-4587-C6F420B6D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Recommendation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916B4E-23E0-C071-5929-1956C392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Preregister of cases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b="1" noProof="1"/>
              <a:t>Automatic Warranty Check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Manufacturer Case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Chase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EDI spare parts ordering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Catalogue Platform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Value suggestions and drive small improvements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Purchase Process for Spare Parts in Abacus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Cross-training for multiple roles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Prioritisation in automated BI Dashboard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Standardised Packaging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F24ED6-B60D-1735-FA5B-8E6A1F9A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12</a:t>
            </a:fld>
            <a:endParaRPr lang="en-GB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42509C-7919-661E-ED11-2ADA37D16200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67163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72876-A485-DE61-3865-B79C1AD9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rocess 31">
            <a:extLst>
              <a:ext uri="{FF2B5EF4-FFF2-40B4-BE49-F238E27FC236}">
                <a16:creationId xmlns:a16="http://schemas.microsoft.com/office/drawing/2014/main" id="{33A0FE92-E654-01CF-7844-7B66E6B6DD74}"/>
              </a:ext>
            </a:extLst>
          </p:cNvPr>
          <p:cNvSpPr/>
          <p:nvPr/>
        </p:nvSpPr>
        <p:spPr>
          <a:xfrm>
            <a:off x="838199" y="6024520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</a:rPr>
              <a:t>08/05/2025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332B8-95A8-ECC3-6A95-8FC727EF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77464-6C8A-5198-66CF-51677872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13</a:t>
            </a:fld>
            <a:endParaRPr lang="en-GB" noProof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D0BBFA-5059-6612-AED0-B09680533491}"/>
              </a:ext>
            </a:extLst>
          </p:cNvPr>
          <p:cNvSpPr/>
          <p:nvPr/>
        </p:nvSpPr>
        <p:spPr>
          <a:xfrm>
            <a:off x="669074" y="1690688"/>
            <a:ext cx="5241073" cy="52410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F15A0-55B9-B7AB-C1C5-8B60924C5C88}"/>
              </a:ext>
            </a:extLst>
          </p:cNvPr>
          <p:cNvSpPr txBox="1"/>
          <p:nvPr/>
        </p:nvSpPr>
        <p:spPr>
          <a:xfrm>
            <a:off x="838199" y="1771378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Abacus ERP System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41E31A06-8175-1359-81C5-1D843E0FF8EA}"/>
              </a:ext>
            </a:extLst>
          </p:cNvPr>
          <p:cNvSpPr/>
          <p:nvPr/>
        </p:nvSpPr>
        <p:spPr>
          <a:xfrm>
            <a:off x="838199" y="3380256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HP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75B1F-7D88-3672-FBD0-A720ED071310}"/>
              </a:ext>
            </a:extLst>
          </p:cNvPr>
          <p:cNvSpPr txBox="1"/>
          <p:nvPr/>
        </p:nvSpPr>
        <p:spPr>
          <a:xfrm>
            <a:off x="838199" y="2918591"/>
            <a:ext cx="179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Manufacturer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CEB3A4-C7A3-45A9-70DB-E157096E41C9}"/>
              </a:ext>
            </a:extLst>
          </p:cNvPr>
          <p:cNvCxnSpPr/>
          <p:nvPr/>
        </p:nvCxnSpPr>
        <p:spPr>
          <a:xfrm>
            <a:off x="669074" y="2323918"/>
            <a:ext cx="5241073" cy="0"/>
          </a:xfrm>
          <a:prstGeom prst="lin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Process 13">
            <a:extLst>
              <a:ext uri="{FF2B5EF4-FFF2-40B4-BE49-F238E27FC236}">
                <a16:creationId xmlns:a16="http://schemas.microsoft.com/office/drawing/2014/main" id="{18D8F3C9-CF02-B96A-3C21-BCCD19807CCB}"/>
              </a:ext>
            </a:extLst>
          </p:cNvPr>
          <p:cNvSpPr/>
          <p:nvPr/>
        </p:nvSpPr>
        <p:spPr>
          <a:xfrm>
            <a:off x="5395785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C57B56C9-F7AB-A01C-2A61-24780B02A0C6}"/>
              </a:ext>
            </a:extLst>
          </p:cNvPr>
          <p:cNvSpPr/>
          <p:nvPr/>
        </p:nvSpPr>
        <p:spPr>
          <a:xfrm>
            <a:off x="4898923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2D26A99B-49AB-056C-150D-1474EDC37FBC}"/>
              </a:ext>
            </a:extLst>
          </p:cNvPr>
          <p:cNvSpPr/>
          <p:nvPr/>
        </p:nvSpPr>
        <p:spPr>
          <a:xfrm>
            <a:off x="4402061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E6A6D9-943B-614B-3799-A281F95E4EEB}"/>
              </a:ext>
            </a:extLst>
          </p:cNvPr>
          <p:cNvSpPr txBox="1"/>
          <p:nvPr/>
        </p:nvSpPr>
        <p:spPr>
          <a:xfrm>
            <a:off x="839128" y="4207581"/>
            <a:ext cx="183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Serial number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BAFDB8FD-DB1F-C19F-D1E3-5B4FA34C4A14}"/>
              </a:ext>
            </a:extLst>
          </p:cNvPr>
          <p:cNvSpPr/>
          <p:nvPr/>
        </p:nvSpPr>
        <p:spPr>
          <a:xfrm>
            <a:off x="838199" y="4706334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5XKT4N8Q8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313982-9A54-AC23-7DC1-9B0E74D448C2}"/>
              </a:ext>
            </a:extLst>
          </p:cNvPr>
          <p:cNvSpPr txBox="1"/>
          <p:nvPr/>
        </p:nvSpPr>
        <p:spPr>
          <a:xfrm>
            <a:off x="839128" y="5525767"/>
            <a:ext cx="1929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Warranty Date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30B34E0-BD04-1400-0FC6-593E3C0D253D}"/>
              </a:ext>
            </a:extLst>
          </p:cNvPr>
          <p:cNvSpPr txBox="1">
            <a:spLocks/>
          </p:cNvSpPr>
          <p:nvPr/>
        </p:nvSpPr>
        <p:spPr>
          <a:xfrm>
            <a:off x="4387060" y="60767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449C1B-2F09-E34C-BF2F-01A1A1E38837}" type="slidenum">
              <a:rPr lang="en-GB" noProof="1" smtClean="0"/>
              <a:pPr/>
              <a:t>13</a:t>
            </a:fld>
            <a:endParaRPr lang="en-GB" noProof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E6565-9C2D-F525-8EAF-1600217ECC86}"/>
              </a:ext>
            </a:extLst>
          </p:cNvPr>
          <p:cNvSpPr/>
          <p:nvPr/>
        </p:nvSpPr>
        <p:spPr>
          <a:xfrm>
            <a:off x="4217934" y="1411111"/>
            <a:ext cx="5241073" cy="524107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124A6-B1D0-1334-46C9-DA69660BDAB2}"/>
              </a:ext>
            </a:extLst>
          </p:cNvPr>
          <p:cNvSpPr txBox="1"/>
          <p:nvPr/>
        </p:nvSpPr>
        <p:spPr>
          <a:xfrm>
            <a:off x="4387059" y="1491801"/>
            <a:ext cx="2334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/>
              <a:t>HP.com</a:t>
            </a:r>
            <a:r>
              <a:rPr lang="en-US" sz="2400"/>
              <a:t>/warranty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5CF49E77-6B4E-C623-5D66-272D5715D9DA}"/>
              </a:ext>
            </a:extLst>
          </p:cNvPr>
          <p:cNvSpPr/>
          <p:nvPr/>
        </p:nvSpPr>
        <p:spPr>
          <a:xfrm>
            <a:off x="4387059" y="3100679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9727F-2BA9-ED4E-6D75-7D2D0F54A014}"/>
              </a:ext>
            </a:extLst>
          </p:cNvPr>
          <p:cNvSpPr txBox="1"/>
          <p:nvPr/>
        </p:nvSpPr>
        <p:spPr>
          <a:xfrm>
            <a:off x="4387059" y="2639014"/>
            <a:ext cx="183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Serial number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1291DA-ACD4-EE15-EB6E-1E9C0E0758A2}"/>
              </a:ext>
            </a:extLst>
          </p:cNvPr>
          <p:cNvCxnSpPr/>
          <p:nvPr/>
        </p:nvCxnSpPr>
        <p:spPr>
          <a:xfrm>
            <a:off x="4217934" y="2044341"/>
            <a:ext cx="5241073" cy="0"/>
          </a:xfrm>
          <a:prstGeom prst="lin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Process 22">
            <a:extLst>
              <a:ext uri="{FF2B5EF4-FFF2-40B4-BE49-F238E27FC236}">
                <a16:creationId xmlns:a16="http://schemas.microsoft.com/office/drawing/2014/main" id="{4E6A2344-ECED-67BF-712B-F44184539ED1}"/>
              </a:ext>
            </a:extLst>
          </p:cNvPr>
          <p:cNvSpPr/>
          <p:nvPr/>
        </p:nvSpPr>
        <p:spPr>
          <a:xfrm>
            <a:off x="8944645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B6DD58BF-C728-5CBC-781D-E7B6B548A1A9}"/>
              </a:ext>
            </a:extLst>
          </p:cNvPr>
          <p:cNvSpPr/>
          <p:nvPr/>
        </p:nvSpPr>
        <p:spPr>
          <a:xfrm>
            <a:off x="8447783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0FDB5F59-5971-4E8A-46AD-43285C5A2360}"/>
              </a:ext>
            </a:extLst>
          </p:cNvPr>
          <p:cNvSpPr/>
          <p:nvPr/>
        </p:nvSpPr>
        <p:spPr>
          <a:xfrm>
            <a:off x="7950921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BF263709-B72C-4BF7-FCA3-6469F779B02A}"/>
              </a:ext>
            </a:extLst>
          </p:cNvPr>
          <p:cNvSpPr/>
          <p:nvPr/>
        </p:nvSpPr>
        <p:spPr>
          <a:xfrm>
            <a:off x="4381241" y="4054942"/>
            <a:ext cx="1377419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Go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573E6-2CF3-8DFB-10A2-AF3FBDB30143}"/>
              </a:ext>
            </a:extLst>
          </p:cNvPr>
          <p:cNvSpPr txBox="1"/>
          <p:nvPr/>
        </p:nvSpPr>
        <p:spPr>
          <a:xfrm>
            <a:off x="4381241" y="4985911"/>
            <a:ext cx="1996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Warranty Date: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291E96-CFA5-E225-E757-417D664D029F}"/>
              </a:ext>
            </a:extLst>
          </p:cNvPr>
          <p:cNvSpPr txBox="1"/>
          <p:nvPr/>
        </p:nvSpPr>
        <p:spPr>
          <a:xfrm>
            <a:off x="4400435" y="5394814"/>
            <a:ext cx="2377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08/05/2025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23EF6C-7F22-78EA-A5C9-D85F8B5CEACC}"/>
              </a:ext>
            </a:extLst>
          </p:cNvPr>
          <p:cNvSpPr txBox="1"/>
          <p:nvPr/>
        </p:nvSpPr>
        <p:spPr>
          <a:xfrm>
            <a:off x="1115878" y="38435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1DDE6533-1C88-9A24-754E-9218FA47F5AF}"/>
              </a:ext>
            </a:extLst>
          </p:cNvPr>
          <p:cNvSpPr/>
          <p:nvPr/>
        </p:nvSpPr>
        <p:spPr>
          <a:xfrm>
            <a:off x="4398055" y="3099485"/>
            <a:ext cx="4429417" cy="651392"/>
          </a:xfrm>
          <a:prstGeom prst="flowChartProcess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5XKT4N8Q8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82282182-D94D-E7C4-EC49-DB13102C2322}"/>
              </a:ext>
            </a:extLst>
          </p:cNvPr>
          <p:cNvSpPr/>
          <p:nvPr/>
        </p:nvSpPr>
        <p:spPr>
          <a:xfrm>
            <a:off x="4383987" y="4052578"/>
            <a:ext cx="1377419" cy="651392"/>
          </a:xfrm>
          <a:prstGeom prst="flowChartProcess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Go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862500CC-26D6-F40B-4094-C82BEEF41D95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3217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  <p:bldP spid="9" grpId="0" autoUpdateAnimBg="0"/>
      <p:bldP spid="19" grpId="0" autoUpdateAnimBg="0"/>
      <p:bldP spid="6" grpId="0" animBg="1"/>
      <p:bldP spid="11" grpId="0"/>
      <p:bldP spid="12" grpId="0" animBg="1"/>
      <p:bldP spid="17" grpId="0"/>
      <p:bldP spid="23" grpId="0" animBg="1"/>
      <p:bldP spid="24" grpId="0" animBg="1"/>
      <p:bldP spid="25" grpId="0" animBg="1"/>
      <p:bldP spid="27" grpId="0" animBg="1"/>
      <p:bldP spid="26" grpId="0"/>
      <p:bldP spid="28" grpId="0"/>
      <p:bldP spid="29" grpId="0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DF59-F99F-6920-5D7A-78D22FD20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744F-89E5-3917-EC1D-9480FC50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18FCB-E9BD-C069-7FC1-E99126936122}"/>
              </a:ext>
            </a:extLst>
          </p:cNvPr>
          <p:cNvCxnSpPr>
            <a:cxnSpLocks/>
          </p:cNvCxnSpPr>
          <p:nvPr/>
        </p:nvCxnSpPr>
        <p:spPr>
          <a:xfrm>
            <a:off x="1042368" y="4745836"/>
            <a:ext cx="7820278" cy="0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FF5D84-9FF1-6A81-C689-4BFBC3B25461}"/>
              </a:ext>
            </a:extLst>
          </p:cNvPr>
          <p:cNvCxnSpPr>
            <a:cxnSpLocks/>
          </p:cNvCxnSpPr>
          <p:nvPr/>
        </p:nvCxnSpPr>
        <p:spPr>
          <a:xfrm flipV="1">
            <a:off x="1042368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43B5A5-7C75-29AE-0663-8662F0DA6C53}"/>
              </a:ext>
            </a:extLst>
          </p:cNvPr>
          <p:cNvCxnSpPr>
            <a:cxnSpLocks/>
          </p:cNvCxnSpPr>
          <p:nvPr/>
        </p:nvCxnSpPr>
        <p:spPr>
          <a:xfrm flipV="1">
            <a:off x="8864005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704D3D-472B-F89C-A939-41B41B64D5A5}"/>
              </a:ext>
            </a:extLst>
          </p:cNvPr>
          <p:cNvCxnSpPr>
            <a:cxnSpLocks/>
          </p:cNvCxnSpPr>
          <p:nvPr/>
        </p:nvCxnSpPr>
        <p:spPr>
          <a:xfrm flipV="1">
            <a:off x="4953186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1B660E-3139-3D01-FF2E-B2A9E774E17B}"/>
              </a:ext>
            </a:extLst>
          </p:cNvPr>
          <p:cNvSpPr txBox="1"/>
          <p:nvPr/>
        </p:nvSpPr>
        <p:spPr>
          <a:xfrm rot="18900000">
            <a:off x="537185" y="2830901"/>
            <a:ext cx="3467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Robotic Automation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871BC-1B40-D7A4-6D25-6BA940152684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4006861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9BC8-6E7F-9EB0-0200-8DD771CB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257F-1B0E-9A5F-DAAE-5E0695FF1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6262C7-E87A-DFF3-79FB-CFCA4BCA00DA}"/>
              </a:ext>
            </a:extLst>
          </p:cNvPr>
          <p:cNvCxnSpPr>
            <a:cxnSpLocks/>
          </p:cNvCxnSpPr>
          <p:nvPr/>
        </p:nvCxnSpPr>
        <p:spPr>
          <a:xfrm>
            <a:off x="1042368" y="4745836"/>
            <a:ext cx="7820278" cy="0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889960-EA9D-10AC-D25F-AB8722D3D1E0}"/>
              </a:ext>
            </a:extLst>
          </p:cNvPr>
          <p:cNvCxnSpPr>
            <a:cxnSpLocks/>
          </p:cNvCxnSpPr>
          <p:nvPr/>
        </p:nvCxnSpPr>
        <p:spPr>
          <a:xfrm flipV="1">
            <a:off x="1042368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2FB2F9-0F69-111F-3EE1-E1D6A70B1A28}"/>
              </a:ext>
            </a:extLst>
          </p:cNvPr>
          <p:cNvCxnSpPr>
            <a:cxnSpLocks/>
          </p:cNvCxnSpPr>
          <p:nvPr/>
        </p:nvCxnSpPr>
        <p:spPr>
          <a:xfrm flipV="1">
            <a:off x="8864005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15D9F1-2F73-AC08-995D-576EE44F0241}"/>
              </a:ext>
            </a:extLst>
          </p:cNvPr>
          <p:cNvCxnSpPr>
            <a:cxnSpLocks/>
          </p:cNvCxnSpPr>
          <p:nvPr/>
        </p:nvCxnSpPr>
        <p:spPr>
          <a:xfrm flipV="1">
            <a:off x="4953186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1E2D4A-8FF6-1975-DA90-F1C630F04276}"/>
              </a:ext>
            </a:extLst>
          </p:cNvPr>
          <p:cNvSpPr txBox="1"/>
          <p:nvPr/>
        </p:nvSpPr>
        <p:spPr>
          <a:xfrm rot="18900000">
            <a:off x="537185" y="2830901"/>
            <a:ext cx="3467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Robotic Automation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A6EF5C-184E-3EBE-3DBD-BBF173832F43}"/>
              </a:ext>
            </a:extLst>
          </p:cNvPr>
          <p:cNvSpPr txBox="1"/>
          <p:nvPr/>
        </p:nvSpPr>
        <p:spPr>
          <a:xfrm rot="18900000">
            <a:off x="4482157" y="2898793"/>
            <a:ext cx="3286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Browser Emulation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5DA742C-4C89-159A-20CB-D87F1308A632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910386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49EB-6338-A881-F6FE-A8BB63CD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rocess 31">
            <a:extLst>
              <a:ext uri="{FF2B5EF4-FFF2-40B4-BE49-F238E27FC236}">
                <a16:creationId xmlns:a16="http://schemas.microsoft.com/office/drawing/2014/main" id="{C0B6651D-03BB-A8A8-6D41-9C417B0CA863}"/>
              </a:ext>
            </a:extLst>
          </p:cNvPr>
          <p:cNvSpPr/>
          <p:nvPr/>
        </p:nvSpPr>
        <p:spPr>
          <a:xfrm>
            <a:off x="838199" y="6024520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D0A77-AA3F-08A9-13BE-8DD4892F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59765-0D49-0A65-BD6F-44FAEBB7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16</a:t>
            </a:fld>
            <a:endParaRPr lang="en-GB" noProof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CCFC5-ABEB-E9AF-096E-9360F6869371}"/>
              </a:ext>
            </a:extLst>
          </p:cNvPr>
          <p:cNvSpPr/>
          <p:nvPr/>
        </p:nvSpPr>
        <p:spPr>
          <a:xfrm>
            <a:off x="669074" y="1690688"/>
            <a:ext cx="5241073" cy="52410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17274-6E80-E91B-BFA0-1802AA3A9540}"/>
              </a:ext>
            </a:extLst>
          </p:cNvPr>
          <p:cNvSpPr txBox="1"/>
          <p:nvPr/>
        </p:nvSpPr>
        <p:spPr>
          <a:xfrm>
            <a:off x="838199" y="1771378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Abacus ERP System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F1E4DCFD-53D7-0C56-ACD1-C8110B22937A}"/>
              </a:ext>
            </a:extLst>
          </p:cNvPr>
          <p:cNvSpPr/>
          <p:nvPr/>
        </p:nvSpPr>
        <p:spPr>
          <a:xfrm>
            <a:off x="838199" y="3380256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HP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AD6794-7F13-9BF0-35A4-11353F618889}"/>
              </a:ext>
            </a:extLst>
          </p:cNvPr>
          <p:cNvSpPr txBox="1"/>
          <p:nvPr/>
        </p:nvSpPr>
        <p:spPr>
          <a:xfrm>
            <a:off x="838199" y="2918591"/>
            <a:ext cx="179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Manufacturer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C8C91B-0FC5-0110-EFB5-8C2E9761D077}"/>
              </a:ext>
            </a:extLst>
          </p:cNvPr>
          <p:cNvCxnSpPr/>
          <p:nvPr/>
        </p:nvCxnSpPr>
        <p:spPr>
          <a:xfrm>
            <a:off x="669074" y="2323918"/>
            <a:ext cx="5241073" cy="0"/>
          </a:xfrm>
          <a:prstGeom prst="lin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Process 13">
            <a:extLst>
              <a:ext uri="{FF2B5EF4-FFF2-40B4-BE49-F238E27FC236}">
                <a16:creationId xmlns:a16="http://schemas.microsoft.com/office/drawing/2014/main" id="{140AE5E7-8FA5-9F49-4E91-D5D45AC88635}"/>
              </a:ext>
            </a:extLst>
          </p:cNvPr>
          <p:cNvSpPr/>
          <p:nvPr/>
        </p:nvSpPr>
        <p:spPr>
          <a:xfrm>
            <a:off x="5395785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FF039F38-7480-4475-12E3-4EE4AF7B71D1}"/>
              </a:ext>
            </a:extLst>
          </p:cNvPr>
          <p:cNvSpPr/>
          <p:nvPr/>
        </p:nvSpPr>
        <p:spPr>
          <a:xfrm>
            <a:off x="4898923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E0078A86-EC82-FC8F-30A9-5D8ED79634B5}"/>
              </a:ext>
            </a:extLst>
          </p:cNvPr>
          <p:cNvSpPr/>
          <p:nvPr/>
        </p:nvSpPr>
        <p:spPr>
          <a:xfrm>
            <a:off x="4402061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F7B33B-B184-B774-3006-E1F8E86F4E1F}"/>
              </a:ext>
            </a:extLst>
          </p:cNvPr>
          <p:cNvSpPr txBox="1"/>
          <p:nvPr/>
        </p:nvSpPr>
        <p:spPr>
          <a:xfrm>
            <a:off x="839128" y="4207581"/>
            <a:ext cx="183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Serial number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6E9A6229-49E6-B990-6B33-3101994C2C22}"/>
              </a:ext>
            </a:extLst>
          </p:cNvPr>
          <p:cNvSpPr/>
          <p:nvPr/>
        </p:nvSpPr>
        <p:spPr>
          <a:xfrm>
            <a:off x="838199" y="4706334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5XKT4N8Q8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83EA45-25D2-4E3A-9E18-B6B203E91294}"/>
              </a:ext>
            </a:extLst>
          </p:cNvPr>
          <p:cNvSpPr txBox="1"/>
          <p:nvPr/>
        </p:nvSpPr>
        <p:spPr>
          <a:xfrm>
            <a:off x="839128" y="5525767"/>
            <a:ext cx="1929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Warranty Date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4107A40-F2E6-D7C3-4456-B8AB8850D43C}"/>
              </a:ext>
            </a:extLst>
          </p:cNvPr>
          <p:cNvSpPr txBox="1">
            <a:spLocks/>
          </p:cNvSpPr>
          <p:nvPr/>
        </p:nvSpPr>
        <p:spPr>
          <a:xfrm>
            <a:off x="4387060" y="60767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449C1B-2F09-E34C-BF2F-01A1A1E38837}" type="slidenum">
              <a:rPr lang="en-GB" noProof="1" smtClean="0"/>
              <a:pPr/>
              <a:t>16</a:t>
            </a:fld>
            <a:endParaRPr lang="en-GB" noProof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123765-4AA1-FD17-7301-B1897FCD3A14}"/>
              </a:ext>
            </a:extLst>
          </p:cNvPr>
          <p:cNvSpPr/>
          <p:nvPr/>
        </p:nvSpPr>
        <p:spPr>
          <a:xfrm>
            <a:off x="4217934" y="1411111"/>
            <a:ext cx="5241073" cy="524107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523B50-6CE1-2CEA-F413-1A540C4C32B0}"/>
              </a:ext>
            </a:extLst>
          </p:cNvPr>
          <p:cNvSpPr txBox="1"/>
          <p:nvPr/>
        </p:nvSpPr>
        <p:spPr>
          <a:xfrm>
            <a:off x="4387059" y="1491801"/>
            <a:ext cx="2334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/>
              <a:t>HP.com</a:t>
            </a:r>
            <a:r>
              <a:rPr lang="en-US" sz="2400"/>
              <a:t>/warranty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6DAAAE50-0799-F217-85D3-A6FA1BC992B1}"/>
              </a:ext>
            </a:extLst>
          </p:cNvPr>
          <p:cNvSpPr/>
          <p:nvPr/>
        </p:nvSpPr>
        <p:spPr>
          <a:xfrm>
            <a:off x="4387059" y="3100679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1990B-C139-B909-CE87-B05CC51A1B7C}"/>
              </a:ext>
            </a:extLst>
          </p:cNvPr>
          <p:cNvSpPr txBox="1"/>
          <p:nvPr/>
        </p:nvSpPr>
        <p:spPr>
          <a:xfrm>
            <a:off x="4387059" y="2639014"/>
            <a:ext cx="183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Serial number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A19D81-D321-E171-6D25-3E969FC72767}"/>
              </a:ext>
            </a:extLst>
          </p:cNvPr>
          <p:cNvCxnSpPr/>
          <p:nvPr/>
        </p:nvCxnSpPr>
        <p:spPr>
          <a:xfrm>
            <a:off x="4217934" y="2044341"/>
            <a:ext cx="5241073" cy="0"/>
          </a:xfrm>
          <a:prstGeom prst="lin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Process 22">
            <a:extLst>
              <a:ext uri="{FF2B5EF4-FFF2-40B4-BE49-F238E27FC236}">
                <a16:creationId xmlns:a16="http://schemas.microsoft.com/office/drawing/2014/main" id="{B3CE8385-E50D-E0DA-DAE3-9DC96D167ACB}"/>
              </a:ext>
            </a:extLst>
          </p:cNvPr>
          <p:cNvSpPr/>
          <p:nvPr/>
        </p:nvSpPr>
        <p:spPr>
          <a:xfrm>
            <a:off x="8944645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65F35D4D-33F1-78B4-E85E-8BF07CEEBA3A}"/>
              </a:ext>
            </a:extLst>
          </p:cNvPr>
          <p:cNvSpPr/>
          <p:nvPr/>
        </p:nvSpPr>
        <p:spPr>
          <a:xfrm>
            <a:off x="8447783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CA9A7722-F84A-FFEC-DCED-995C95A109C6}"/>
              </a:ext>
            </a:extLst>
          </p:cNvPr>
          <p:cNvSpPr/>
          <p:nvPr/>
        </p:nvSpPr>
        <p:spPr>
          <a:xfrm>
            <a:off x="7950921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9828CD20-7062-0883-3F3E-7D146BC51502}"/>
              </a:ext>
            </a:extLst>
          </p:cNvPr>
          <p:cNvSpPr/>
          <p:nvPr/>
        </p:nvSpPr>
        <p:spPr>
          <a:xfrm>
            <a:off x="4381241" y="4054942"/>
            <a:ext cx="1377419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Go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ED8299-C9CF-2303-01FD-5E25F98D9D35}"/>
              </a:ext>
            </a:extLst>
          </p:cNvPr>
          <p:cNvSpPr txBox="1"/>
          <p:nvPr/>
        </p:nvSpPr>
        <p:spPr>
          <a:xfrm>
            <a:off x="4381241" y="4985911"/>
            <a:ext cx="1996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Warranty Date: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C4634A-1404-3F0B-C5E7-6DF942AD6BE1}"/>
              </a:ext>
            </a:extLst>
          </p:cNvPr>
          <p:cNvSpPr txBox="1"/>
          <p:nvPr/>
        </p:nvSpPr>
        <p:spPr>
          <a:xfrm>
            <a:off x="4400435" y="5394814"/>
            <a:ext cx="2377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08/05/2025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68A9F1-3EC1-CA49-4912-7AED183D4C28}"/>
              </a:ext>
            </a:extLst>
          </p:cNvPr>
          <p:cNvSpPr txBox="1"/>
          <p:nvPr/>
        </p:nvSpPr>
        <p:spPr>
          <a:xfrm>
            <a:off x="1115878" y="38435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1B27D314-C821-3B87-9670-364F33EB8804}"/>
              </a:ext>
            </a:extLst>
          </p:cNvPr>
          <p:cNvSpPr/>
          <p:nvPr/>
        </p:nvSpPr>
        <p:spPr>
          <a:xfrm>
            <a:off x="4398055" y="3099485"/>
            <a:ext cx="4429417" cy="651392"/>
          </a:xfrm>
          <a:prstGeom prst="flowChartProcess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5XKT4N8Q8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B5AC8147-0E74-224D-8D19-20C74D3E52D3}"/>
              </a:ext>
            </a:extLst>
          </p:cNvPr>
          <p:cNvSpPr/>
          <p:nvPr/>
        </p:nvSpPr>
        <p:spPr>
          <a:xfrm>
            <a:off x="4383987" y="4052578"/>
            <a:ext cx="1377419" cy="651392"/>
          </a:xfrm>
          <a:prstGeom prst="flowChartProcess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Go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FD63CAF3-E06C-7973-B99C-CC6E9A20B677}"/>
              </a:ext>
            </a:extLst>
          </p:cNvPr>
          <p:cNvSpPr/>
          <p:nvPr/>
        </p:nvSpPr>
        <p:spPr>
          <a:xfrm>
            <a:off x="7811636" y="4164442"/>
            <a:ext cx="2061652" cy="493737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ACC62810-49BA-7BCE-BE42-D1F5686E27CB}"/>
              </a:ext>
            </a:extLst>
          </p:cNvPr>
          <p:cNvSpPr/>
          <p:nvPr/>
        </p:nvSpPr>
        <p:spPr>
          <a:xfrm rot="10800000">
            <a:off x="7768699" y="5482628"/>
            <a:ext cx="2061652" cy="493737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 descr="World outline">
            <a:extLst>
              <a:ext uri="{FF2B5EF4-FFF2-40B4-BE49-F238E27FC236}">
                <a16:creationId xmlns:a16="http://schemas.microsoft.com/office/drawing/2014/main" id="{6AFC7A99-30CC-A202-5A8D-7F4B9CF9C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6192" y="4234502"/>
            <a:ext cx="1663396" cy="1663396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0474CE98-F72A-5544-0953-F1C0E948F4E7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200462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D210-B90B-D0BF-786A-E4356C34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rocess 13">
            <a:extLst>
              <a:ext uri="{FF2B5EF4-FFF2-40B4-BE49-F238E27FC236}">
                <a16:creationId xmlns:a16="http://schemas.microsoft.com/office/drawing/2014/main" id="{6E8A8665-9D98-EBB6-2CEC-4D6F1A9FD472}"/>
              </a:ext>
            </a:extLst>
          </p:cNvPr>
          <p:cNvSpPr/>
          <p:nvPr/>
        </p:nvSpPr>
        <p:spPr>
          <a:xfrm>
            <a:off x="5395785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rgbClr val="D9D9D9"/>
                </a:solidFill>
              </a:rPr>
              <a:t>X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A64F27B2-F906-CD6E-9D25-05558A774A87}"/>
              </a:ext>
            </a:extLst>
          </p:cNvPr>
          <p:cNvSpPr/>
          <p:nvPr/>
        </p:nvSpPr>
        <p:spPr>
          <a:xfrm>
            <a:off x="4898923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rgbClr val="D9D9D9"/>
                </a:solidFill>
              </a:rPr>
              <a:t>+</a:t>
            </a: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27308457-1431-D16A-776E-EEF89B87B1E5}"/>
              </a:ext>
            </a:extLst>
          </p:cNvPr>
          <p:cNvSpPr/>
          <p:nvPr/>
        </p:nvSpPr>
        <p:spPr>
          <a:xfrm>
            <a:off x="4402061" y="1816818"/>
            <a:ext cx="368693" cy="370784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rgbClr val="D9D9D9"/>
                </a:solidFill>
              </a:rPr>
              <a:t>_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9D56019-BA82-0126-D86B-3271033DCA47}"/>
              </a:ext>
            </a:extLst>
          </p:cNvPr>
          <p:cNvSpPr txBox="1">
            <a:spLocks/>
          </p:cNvSpPr>
          <p:nvPr/>
        </p:nvSpPr>
        <p:spPr>
          <a:xfrm>
            <a:off x="4387060" y="60767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449C1B-2F09-E34C-BF2F-01A1A1E38837}" type="slidenum">
              <a:rPr lang="en-GB" noProof="1" smtClean="0">
                <a:solidFill>
                  <a:srgbClr val="D9D9D9"/>
                </a:solidFill>
              </a:rPr>
              <a:pPr/>
              <a:t>17</a:t>
            </a:fld>
            <a:endParaRPr lang="en-GB" noProof="1">
              <a:solidFill>
                <a:srgbClr val="D9D9D9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21F52-ED82-6E3F-31C4-0299D8A557F0}"/>
              </a:ext>
            </a:extLst>
          </p:cNvPr>
          <p:cNvSpPr/>
          <p:nvPr/>
        </p:nvSpPr>
        <p:spPr>
          <a:xfrm>
            <a:off x="4217934" y="1411111"/>
            <a:ext cx="5241073" cy="524107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06A74-2182-C5AE-F894-2938105A0301}"/>
              </a:ext>
            </a:extLst>
          </p:cNvPr>
          <p:cNvSpPr txBox="1"/>
          <p:nvPr/>
        </p:nvSpPr>
        <p:spPr>
          <a:xfrm>
            <a:off x="4387059" y="1491801"/>
            <a:ext cx="2334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solidFill>
                  <a:srgbClr val="D9D9D9"/>
                </a:solidFill>
              </a:rPr>
              <a:t>HP.com</a:t>
            </a:r>
            <a:r>
              <a:rPr lang="en-US" sz="2400">
                <a:solidFill>
                  <a:srgbClr val="D9D9D9"/>
                </a:solidFill>
              </a:rPr>
              <a:t>/warranty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0BA1BB0A-F410-B6CD-DBDD-4F67B2884090}"/>
              </a:ext>
            </a:extLst>
          </p:cNvPr>
          <p:cNvSpPr/>
          <p:nvPr/>
        </p:nvSpPr>
        <p:spPr>
          <a:xfrm>
            <a:off x="4387059" y="3100679"/>
            <a:ext cx="4429417" cy="651392"/>
          </a:xfrm>
          <a:prstGeom prst="flowChartProcess">
            <a:avLst/>
          </a:prstGeom>
          <a:noFill/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8D69EA-A15B-1A60-64E4-B237664D1211}"/>
              </a:ext>
            </a:extLst>
          </p:cNvPr>
          <p:cNvSpPr txBox="1"/>
          <p:nvPr/>
        </p:nvSpPr>
        <p:spPr>
          <a:xfrm>
            <a:off x="4387059" y="2639014"/>
            <a:ext cx="183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D9D9D9"/>
                </a:solidFill>
              </a:rPr>
              <a:t>Serial number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228DB8D-0A56-53C1-79F0-7EB460E12E8E}"/>
              </a:ext>
            </a:extLst>
          </p:cNvPr>
          <p:cNvCxnSpPr/>
          <p:nvPr/>
        </p:nvCxnSpPr>
        <p:spPr>
          <a:xfrm>
            <a:off x="4217934" y="2044341"/>
            <a:ext cx="5241073" cy="0"/>
          </a:xfrm>
          <a:prstGeom prst="line">
            <a:avLst/>
          </a:prstGeom>
          <a:noFill/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Process 22">
            <a:extLst>
              <a:ext uri="{FF2B5EF4-FFF2-40B4-BE49-F238E27FC236}">
                <a16:creationId xmlns:a16="http://schemas.microsoft.com/office/drawing/2014/main" id="{11C5C14C-6DFE-4C75-C51B-2A18BD8BD248}"/>
              </a:ext>
            </a:extLst>
          </p:cNvPr>
          <p:cNvSpPr/>
          <p:nvPr/>
        </p:nvSpPr>
        <p:spPr>
          <a:xfrm>
            <a:off x="8944645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>
                <a:solidFill>
                  <a:srgbClr val="D9D9D9"/>
                </a:solidFill>
              </a:rPr>
              <a:t>X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59C7CF84-08C4-DBAA-A5C1-E7EDC5337432}"/>
              </a:ext>
            </a:extLst>
          </p:cNvPr>
          <p:cNvSpPr/>
          <p:nvPr/>
        </p:nvSpPr>
        <p:spPr>
          <a:xfrm>
            <a:off x="8447783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rgbClr val="D9D9D9"/>
                </a:solidFill>
              </a:rPr>
              <a:t>+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4306FCCA-CA6C-DE4A-4A42-7F630B16B83B}"/>
              </a:ext>
            </a:extLst>
          </p:cNvPr>
          <p:cNvSpPr/>
          <p:nvPr/>
        </p:nvSpPr>
        <p:spPr>
          <a:xfrm>
            <a:off x="7950921" y="1537241"/>
            <a:ext cx="368693" cy="370784"/>
          </a:xfrm>
          <a:prstGeom prst="flowChartProcess">
            <a:avLst/>
          </a:prstGeom>
          <a:noFill/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rgbClr val="D9D9D9"/>
                </a:solidFill>
              </a:rPr>
              <a:t>_</a:t>
            </a:r>
          </a:p>
        </p:txBody>
      </p:sp>
      <p:sp>
        <p:nvSpPr>
          <p:cNvPr id="27" name="Process 26">
            <a:extLst>
              <a:ext uri="{FF2B5EF4-FFF2-40B4-BE49-F238E27FC236}">
                <a16:creationId xmlns:a16="http://schemas.microsoft.com/office/drawing/2014/main" id="{7A3A7E5C-E1C8-8FF5-7455-0CDA20A25C84}"/>
              </a:ext>
            </a:extLst>
          </p:cNvPr>
          <p:cNvSpPr/>
          <p:nvPr/>
        </p:nvSpPr>
        <p:spPr>
          <a:xfrm>
            <a:off x="4381241" y="4054942"/>
            <a:ext cx="1377419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D9D9D9"/>
                </a:solidFill>
              </a:rPr>
              <a:t>Go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101729-B2EC-84DC-853E-7FD418D84925}"/>
              </a:ext>
            </a:extLst>
          </p:cNvPr>
          <p:cNvSpPr txBox="1"/>
          <p:nvPr/>
        </p:nvSpPr>
        <p:spPr>
          <a:xfrm>
            <a:off x="4381241" y="4985911"/>
            <a:ext cx="1996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D9D9D9"/>
                </a:solidFill>
              </a:rPr>
              <a:t>Warranty Date: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A59B2D-44BE-3AEA-CBEB-DA3DCB474006}"/>
              </a:ext>
            </a:extLst>
          </p:cNvPr>
          <p:cNvSpPr txBox="1"/>
          <p:nvPr/>
        </p:nvSpPr>
        <p:spPr>
          <a:xfrm>
            <a:off x="4400435" y="5394814"/>
            <a:ext cx="2377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D9D9D9"/>
                </a:solidFill>
              </a:rPr>
              <a:t>08/05/2025</a:t>
            </a: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F461B4F6-4A46-3369-030B-9BC11E58F666}"/>
              </a:ext>
            </a:extLst>
          </p:cNvPr>
          <p:cNvSpPr/>
          <p:nvPr/>
        </p:nvSpPr>
        <p:spPr>
          <a:xfrm>
            <a:off x="4398055" y="3099485"/>
            <a:ext cx="4429417" cy="651392"/>
          </a:xfrm>
          <a:prstGeom prst="flowChartProcess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5XKT4N8Q8</a:t>
            </a:r>
          </a:p>
        </p:txBody>
      </p:sp>
      <p:sp>
        <p:nvSpPr>
          <p:cNvPr id="31" name="Process 30">
            <a:extLst>
              <a:ext uri="{FF2B5EF4-FFF2-40B4-BE49-F238E27FC236}">
                <a16:creationId xmlns:a16="http://schemas.microsoft.com/office/drawing/2014/main" id="{8648AD39-0283-1F6E-BA2A-68C2A29D6CFE}"/>
              </a:ext>
            </a:extLst>
          </p:cNvPr>
          <p:cNvSpPr/>
          <p:nvPr/>
        </p:nvSpPr>
        <p:spPr>
          <a:xfrm>
            <a:off x="4383987" y="4052578"/>
            <a:ext cx="1377419" cy="651392"/>
          </a:xfrm>
          <a:prstGeom prst="flowChartProcess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D9D9D9"/>
                </a:solidFill>
              </a:rPr>
              <a:t>Go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2959CBB-7CDE-143F-F6FB-1168670B2AD6}"/>
              </a:ext>
            </a:extLst>
          </p:cNvPr>
          <p:cNvSpPr/>
          <p:nvPr/>
        </p:nvSpPr>
        <p:spPr>
          <a:xfrm>
            <a:off x="7811636" y="4164442"/>
            <a:ext cx="2061652" cy="493737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DD70B776-B964-27F4-0B6D-11056238C6F8}"/>
              </a:ext>
            </a:extLst>
          </p:cNvPr>
          <p:cNvSpPr/>
          <p:nvPr/>
        </p:nvSpPr>
        <p:spPr>
          <a:xfrm rot="10800000">
            <a:off x="7768699" y="5482628"/>
            <a:ext cx="2061652" cy="493737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3FA0532A-7F61-D138-0922-E4E388ADFC27}"/>
              </a:ext>
            </a:extLst>
          </p:cNvPr>
          <p:cNvSpPr/>
          <p:nvPr/>
        </p:nvSpPr>
        <p:spPr>
          <a:xfrm>
            <a:off x="838199" y="6024520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</a:rPr>
              <a:t>08/05/2025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5927F-043E-8679-E71A-4A098C30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F299B-493C-8FDF-17A2-C120E329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17</a:t>
            </a:fld>
            <a:endParaRPr lang="en-GB" noProof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45199-2F69-95E3-424A-0CBC429471C6}"/>
              </a:ext>
            </a:extLst>
          </p:cNvPr>
          <p:cNvSpPr/>
          <p:nvPr/>
        </p:nvSpPr>
        <p:spPr>
          <a:xfrm>
            <a:off x="669074" y="1690688"/>
            <a:ext cx="5241073" cy="524107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32859-3599-70AD-E884-B5A5A4EBA0E2}"/>
              </a:ext>
            </a:extLst>
          </p:cNvPr>
          <p:cNvSpPr txBox="1"/>
          <p:nvPr/>
        </p:nvSpPr>
        <p:spPr>
          <a:xfrm>
            <a:off x="838199" y="1771378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Abacus ERP System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6A5E381E-CB11-FF14-982D-E9290E14FE1F}"/>
              </a:ext>
            </a:extLst>
          </p:cNvPr>
          <p:cNvSpPr/>
          <p:nvPr/>
        </p:nvSpPr>
        <p:spPr>
          <a:xfrm>
            <a:off x="838199" y="3380256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HP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2DF8C-6878-F9BF-1638-6FF25DEFD560}"/>
              </a:ext>
            </a:extLst>
          </p:cNvPr>
          <p:cNvSpPr txBox="1"/>
          <p:nvPr/>
        </p:nvSpPr>
        <p:spPr>
          <a:xfrm>
            <a:off x="838199" y="2918591"/>
            <a:ext cx="179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Manufacturer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511E6E-7D62-57CE-8DD9-93DC25577D00}"/>
              </a:ext>
            </a:extLst>
          </p:cNvPr>
          <p:cNvCxnSpPr/>
          <p:nvPr/>
        </p:nvCxnSpPr>
        <p:spPr>
          <a:xfrm>
            <a:off x="669074" y="2323918"/>
            <a:ext cx="5241073" cy="0"/>
          </a:xfrm>
          <a:prstGeom prst="lin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42EF0E5-D9B3-B598-D949-A8455BAC4D47}"/>
              </a:ext>
            </a:extLst>
          </p:cNvPr>
          <p:cNvSpPr txBox="1"/>
          <p:nvPr/>
        </p:nvSpPr>
        <p:spPr>
          <a:xfrm>
            <a:off x="839128" y="4207581"/>
            <a:ext cx="183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Serial number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4EFA10A8-BB07-F60A-459D-8BD7DB489598}"/>
              </a:ext>
            </a:extLst>
          </p:cNvPr>
          <p:cNvSpPr/>
          <p:nvPr/>
        </p:nvSpPr>
        <p:spPr>
          <a:xfrm>
            <a:off x="838199" y="4706334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5XKT4N8Q8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09F5A1-B92C-4A9C-1EB1-8B6E25DC0B4F}"/>
              </a:ext>
            </a:extLst>
          </p:cNvPr>
          <p:cNvSpPr txBox="1"/>
          <p:nvPr/>
        </p:nvSpPr>
        <p:spPr>
          <a:xfrm>
            <a:off x="771770" y="5570747"/>
            <a:ext cx="1929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Warranty Date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FB0EFC-753C-9FF6-945F-9A7AB834E32B}"/>
              </a:ext>
            </a:extLst>
          </p:cNvPr>
          <p:cNvSpPr txBox="1"/>
          <p:nvPr/>
        </p:nvSpPr>
        <p:spPr>
          <a:xfrm>
            <a:off x="1115878" y="38435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4" name="Graphic 33" descr="World outline">
            <a:extLst>
              <a:ext uri="{FF2B5EF4-FFF2-40B4-BE49-F238E27FC236}">
                <a16:creationId xmlns:a16="http://schemas.microsoft.com/office/drawing/2014/main" id="{11719283-92EF-11AD-7F9A-8854E5E87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6192" y="4234502"/>
            <a:ext cx="1663396" cy="1663396"/>
          </a:xfrm>
          <a:prstGeom prst="rect">
            <a:avLst/>
          </a:prstGeom>
        </p:spPr>
      </p:pic>
      <p:sp>
        <p:nvSpPr>
          <p:cNvPr id="36" name="Process 35">
            <a:extLst>
              <a:ext uri="{FF2B5EF4-FFF2-40B4-BE49-F238E27FC236}">
                <a16:creationId xmlns:a16="http://schemas.microsoft.com/office/drawing/2014/main" id="{D378BE01-9976-712C-F998-A458E797AE42}"/>
              </a:ext>
            </a:extLst>
          </p:cNvPr>
          <p:cNvSpPr/>
          <p:nvPr/>
        </p:nvSpPr>
        <p:spPr>
          <a:xfrm>
            <a:off x="838199" y="6063436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</a:rPr>
              <a:t>08/05/2025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4D07322-AAFF-E0FC-B4E7-50A34C9FAD52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95295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9F26C-4815-6938-3E94-74D2C182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8223-2F04-2605-537C-64C1F43A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79B8BD-CFCC-2172-015C-4BE381FF7CF1}"/>
              </a:ext>
            </a:extLst>
          </p:cNvPr>
          <p:cNvCxnSpPr>
            <a:cxnSpLocks/>
          </p:cNvCxnSpPr>
          <p:nvPr/>
        </p:nvCxnSpPr>
        <p:spPr>
          <a:xfrm>
            <a:off x="1042368" y="4745836"/>
            <a:ext cx="7820278" cy="0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B4C46-9090-AE48-D646-F50C83B46E89}"/>
              </a:ext>
            </a:extLst>
          </p:cNvPr>
          <p:cNvCxnSpPr>
            <a:cxnSpLocks/>
          </p:cNvCxnSpPr>
          <p:nvPr/>
        </p:nvCxnSpPr>
        <p:spPr>
          <a:xfrm flipV="1">
            <a:off x="1042368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70D9E0-AB33-E175-DBA4-2C5EC66FB0B7}"/>
              </a:ext>
            </a:extLst>
          </p:cNvPr>
          <p:cNvCxnSpPr>
            <a:cxnSpLocks/>
          </p:cNvCxnSpPr>
          <p:nvPr/>
        </p:nvCxnSpPr>
        <p:spPr>
          <a:xfrm flipV="1">
            <a:off x="8864005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8A4935-1BEC-85B3-E022-EA225632D722}"/>
              </a:ext>
            </a:extLst>
          </p:cNvPr>
          <p:cNvCxnSpPr>
            <a:cxnSpLocks/>
          </p:cNvCxnSpPr>
          <p:nvPr/>
        </p:nvCxnSpPr>
        <p:spPr>
          <a:xfrm flipV="1">
            <a:off x="4953186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4FE7E04-AC5F-EDAC-BABE-FB716AD656CC}"/>
              </a:ext>
            </a:extLst>
          </p:cNvPr>
          <p:cNvSpPr txBox="1"/>
          <p:nvPr/>
        </p:nvSpPr>
        <p:spPr>
          <a:xfrm rot="18900000">
            <a:off x="537185" y="2830901"/>
            <a:ext cx="3467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Robotic Automation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5749F6-F660-C88B-63BE-E554D8B4CB68}"/>
              </a:ext>
            </a:extLst>
          </p:cNvPr>
          <p:cNvSpPr txBox="1"/>
          <p:nvPr/>
        </p:nvSpPr>
        <p:spPr>
          <a:xfrm rot="18900000">
            <a:off x="8463482" y="3130454"/>
            <a:ext cx="2721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API Integration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1E9804-7D1B-805F-61D0-89E0D1A7334D}"/>
              </a:ext>
            </a:extLst>
          </p:cNvPr>
          <p:cNvSpPr txBox="1"/>
          <p:nvPr/>
        </p:nvSpPr>
        <p:spPr>
          <a:xfrm rot="18900000">
            <a:off x="4482157" y="2898793"/>
            <a:ext cx="3286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Browser Emulation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A9B8A5-A5FC-A383-13DF-B8B167127D8C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663125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BA3F-CEFC-E562-EF6E-919A0525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rocess 31">
            <a:extLst>
              <a:ext uri="{FF2B5EF4-FFF2-40B4-BE49-F238E27FC236}">
                <a16:creationId xmlns:a16="http://schemas.microsoft.com/office/drawing/2014/main" id="{513F7383-94A5-81B8-998E-57C0CE86005A}"/>
              </a:ext>
            </a:extLst>
          </p:cNvPr>
          <p:cNvSpPr/>
          <p:nvPr/>
        </p:nvSpPr>
        <p:spPr>
          <a:xfrm>
            <a:off x="838199" y="6024520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</a:rPr>
              <a:t>08/05/2025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C07496-EEC0-584B-E8B7-A26CFE1F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BD480-84EE-C9D9-57C8-9AA4780A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19</a:t>
            </a:fld>
            <a:endParaRPr lang="en-GB" noProof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9B713A-533B-A647-D4B0-EF97384CF44B}"/>
              </a:ext>
            </a:extLst>
          </p:cNvPr>
          <p:cNvSpPr/>
          <p:nvPr/>
        </p:nvSpPr>
        <p:spPr>
          <a:xfrm>
            <a:off x="669074" y="1690688"/>
            <a:ext cx="5241073" cy="52410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7D08E5-4E05-EFEE-6A9D-CE35907660B6}"/>
              </a:ext>
            </a:extLst>
          </p:cNvPr>
          <p:cNvSpPr txBox="1"/>
          <p:nvPr/>
        </p:nvSpPr>
        <p:spPr>
          <a:xfrm>
            <a:off x="838199" y="1771378"/>
            <a:ext cx="2630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Abacus ERP System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63FC95DE-994F-04E6-4EB4-63B2BDCF45C0}"/>
              </a:ext>
            </a:extLst>
          </p:cNvPr>
          <p:cNvSpPr/>
          <p:nvPr/>
        </p:nvSpPr>
        <p:spPr>
          <a:xfrm>
            <a:off x="838199" y="3380256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HP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400ACD-2A98-78BD-B32D-39E02766BB96}"/>
              </a:ext>
            </a:extLst>
          </p:cNvPr>
          <p:cNvSpPr txBox="1"/>
          <p:nvPr/>
        </p:nvSpPr>
        <p:spPr>
          <a:xfrm>
            <a:off x="838199" y="2918591"/>
            <a:ext cx="179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Manufacturer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A96E44-B159-959E-1E56-ACF13239C9CF}"/>
              </a:ext>
            </a:extLst>
          </p:cNvPr>
          <p:cNvCxnSpPr/>
          <p:nvPr/>
        </p:nvCxnSpPr>
        <p:spPr>
          <a:xfrm>
            <a:off x="669074" y="2323918"/>
            <a:ext cx="5241073" cy="0"/>
          </a:xfrm>
          <a:prstGeom prst="lin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E02563F-AFFE-D200-93F4-915268833348}"/>
              </a:ext>
            </a:extLst>
          </p:cNvPr>
          <p:cNvSpPr txBox="1"/>
          <p:nvPr/>
        </p:nvSpPr>
        <p:spPr>
          <a:xfrm>
            <a:off x="839128" y="4207581"/>
            <a:ext cx="183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Serial number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33D23674-2E50-B62B-E164-02D02AB6BD26}"/>
              </a:ext>
            </a:extLst>
          </p:cNvPr>
          <p:cNvSpPr/>
          <p:nvPr/>
        </p:nvSpPr>
        <p:spPr>
          <a:xfrm>
            <a:off x="838199" y="4706334"/>
            <a:ext cx="4429417" cy="651392"/>
          </a:xfrm>
          <a:prstGeom prst="flowChartProcess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5XKT4N8Q8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818BD-A98B-36C7-0949-5EB772B7ABD0}"/>
              </a:ext>
            </a:extLst>
          </p:cNvPr>
          <p:cNvSpPr txBox="1"/>
          <p:nvPr/>
        </p:nvSpPr>
        <p:spPr>
          <a:xfrm>
            <a:off x="839128" y="5525767"/>
            <a:ext cx="1929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Warranty Date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2C5BCF-6CE7-5577-4E6E-CF404EC021BC}"/>
              </a:ext>
            </a:extLst>
          </p:cNvPr>
          <p:cNvSpPr txBox="1"/>
          <p:nvPr/>
        </p:nvSpPr>
        <p:spPr>
          <a:xfrm>
            <a:off x="1115878" y="38435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3" name="Graphic 32" descr="World outline">
            <a:extLst>
              <a:ext uri="{FF2B5EF4-FFF2-40B4-BE49-F238E27FC236}">
                <a16:creationId xmlns:a16="http://schemas.microsoft.com/office/drawing/2014/main" id="{98B44D2B-B4ED-1B9A-F773-5BF11AAEC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9561" y="4207581"/>
            <a:ext cx="2852737" cy="2852737"/>
          </a:xfrm>
          <a:prstGeom prst="rect">
            <a:avLst/>
          </a:prstGeom>
        </p:spPr>
      </p:pic>
      <p:sp>
        <p:nvSpPr>
          <p:cNvPr id="34" name="Right Arrow 33">
            <a:extLst>
              <a:ext uri="{FF2B5EF4-FFF2-40B4-BE49-F238E27FC236}">
                <a16:creationId xmlns:a16="http://schemas.microsoft.com/office/drawing/2014/main" id="{20395F19-E3F2-8D0F-BEF6-75F215C129EF}"/>
              </a:ext>
            </a:extLst>
          </p:cNvPr>
          <p:cNvSpPr/>
          <p:nvPr/>
        </p:nvSpPr>
        <p:spPr>
          <a:xfrm>
            <a:off x="4879321" y="4785161"/>
            <a:ext cx="2061652" cy="493737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49629A5C-4A2C-A294-759D-2210AF5F3379}"/>
              </a:ext>
            </a:extLst>
          </p:cNvPr>
          <p:cNvSpPr/>
          <p:nvPr/>
        </p:nvSpPr>
        <p:spPr>
          <a:xfrm rot="10800000">
            <a:off x="4836384" y="6103347"/>
            <a:ext cx="2061652" cy="493737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9B999E4-5487-9B72-02F9-FE8A2DEDB345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56998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  <p:bldP spid="9" grpId="0" autoUpdateAnimBg="0"/>
      <p:bldP spid="19" grpId="0" autoUpdateAnimBg="0"/>
      <p:bldP spid="34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7F7D-53A4-F792-AAD2-365E041E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A17F-4F88-7E7F-9298-9A2D01ED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1960A9-6C61-5421-D609-F409E612F02B}"/>
              </a:ext>
            </a:extLst>
          </p:cNvPr>
          <p:cNvCxnSpPr>
            <a:cxnSpLocks/>
          </p:cNvCxnSpPr>
          <p:nvPr/>
        </p:nvCxnSpPr>
        <p:spPr>
          <a:xfrm>
            <a:off x="1042368" y="4745836"/>
            <a:ext cx="7820278" cy="0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24A7C7-E491-6662-E86D-0CF64E4A3698}"/>
              </a:ext>
            </a:extLst>
          </p:cNvPr>
          <p:cNvCxnSpPr>
            <a:cxnSpLocks/>
          </p:cNvCxnSpPr>
          <p:nvPr/>
        </p:nvCxnSpPr>
        <p:spPr>
          <a:xfrm flipV="1">
            <a:off x="1042368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946EF4-95BB-B3B0-95FA-990266550870}"/>
              </a:ext>
            </a:extLst>
          </p:cNvPr>
          <p:cNvCxnSpPr>
            <a:cxnSpLocks/>
          </p:cNvCxnSpPr>
          <p:nvPr/>
        </p:nvCxnSpPr>
        <p:spPr>
          <a:xfrm flipV="1">
            <a:off x="8864005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B431BE-1E7B-7539-4D05-9C87EB775F7B}"/>
              </a:ext>
            </a:extLst>
          </p:cNvPr>
          <p:cNvCxnSpPr>
            <a:cxnSpLocks/>
          </p:cNvCxnSpPr>
          <p:nvPr/>
        </p:nvCxnSpPr>
        <p:spPr>
          <a:xfrm flipV="1">
            <a:off x="4953186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1C5226-EC0B-5F62-F98C-BF815D2C2F65}"/>
              </a:ext>
            </a:extLst>
          </p:cNvPr>
          <p:cNvSpPr txBox="1"/>
          <p:nvPr/>
        </p:nvSpPr>
        <p:spPr>
          <a:xfrm rot="18900000">
            <a:off x="537185" y="2830901"/>
            <a:ext cx="3467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Robotic Automation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A01BF4-4606-1A2A-7CB7-1C9B9B437AB8}"/>
              </a:ext>
            </a:extLst>
          </p:cNvPr>
          <p:cNvSpPr txBox="1"/>
          <p:nvPr/>
        </p:nvSpPr>
        <p:spPr>
          <a:xfrm rot="18900000">
            <a:off x="8463482" y="3130454"/>
            <a:ext cx="2721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API Integration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78ACCA-47A2-1195-5819-21F68D630B4E}"/>
              </a:ext>
            </a:extLst>
          </p:cNvPr>
          <p:cNvSpPr txBox="1"/>
          <p:nvPr/>
        </p:nvSpPr>
        <p:spPr>
          <a:xfrm rot="18900000">
            <a:off x="4482157" y="2898793"/>
            <a:ext cx="3286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Browser Emulation</a:t>
            </a: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305B5725-4CD4-3F53-1AFD-1E159BEDC5A9}"/>
              </a:ext>
            </a:extLst>
          </p:cNvPr>
          <p:cNvSpPr/>
          <p:nvPr/>
        </p:nvSpPr>
        <p:spPr>
          <a:xfrm flipH="1">
            <a:off x="1042367" y="5387926"/>
            <a:ext cx="7820269" cy="647114"/>
          </a:xfrm>
          <a:prstGeom prst="rtTriangl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6B3452-02CC-5926-D974-99851248039B}"/>
              </a:ext>
            </a:extLst>
          </p:cNvPr>
          <p:cNvSpPr txBox="1"/>
          <p:nvPr/>
        </p:nvSpPr>
        <p:spPr>
          <a:xfrm>
            <a:off x="1042367" y="6137979"/>
            <a:ext cx="2021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Complexity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958DFA-665A-C7C0-2C02-7B56E1A7B0F7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921898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B2F0-8830-0591-2AC5-6AFA44F9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04DA-7A87-B5BF-D5DB-4CEB24CF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Automatic warranty check</a:t>
            </a:r>
            <a:endParaRPr lang="en-GB" noProof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CA5583-3BDD-B546-EF89-C599E5D519BD}"/>
              </a:ext>
            </a:extLst>
          </p:cNvPr>
          <p:cNvCxnSpPr>
            <a:cxnSpLocks/>
          </p:cNvCxnSpPr>
          <p:nvPr/>
        </p:nvCxnSpPr>
        <p:spPr>
          <a:xfrm>
            <a:off x="1042368" y="4745836"/>
            <a:ext cx="7820278" cy="0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F9D566-69CA-69BB-DE78-F8900C45DC91}"/>
              </a:ext>
            </a:extLst>
          </p:cNvPr>
          <p:cNvCxnSpPr>
            <a:cxnSpLocks/>
          </p:cNvCxnSpPr>
          <p:nvPr/>
        </p:nvCxnSpPr>
        <p:spPr>
          <a:xfrm flipV="1">
            <a:off x="1042368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815BB4-AB58-A316-23F2-6B458A466335}"/>
              </a:ext>
            </a:extLst>
          </p:cNvPr>
          <p:cNvCxnSpPr>
            <a:cxnSpLocks/>
          </p:cNvCxnSpPr>
          <p:nvPr/>
        </p:nvCxnSpPr>
        <p:spPr>
          <a:xfrm flipV="1">
            <a:off x="8864005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377636-1361-9CEA-8980-090DCB9A0780}"/>
              </a:ext>
            </a:extLst>
          </p:cNvPr>
          <p:cNvCxnSpPr>
            <a:cxnSpLocks/>
          </p:cNvCxnSpPr>
          <p:nvPr/>
        </p:nvCxnSpPr>
        <p:spPr>
          <a:xfrm flipV="1">
            <a:off x="4953186" y="4437519"/>
            <a:ext cx="0" cy="616635"/>
          </a:xfrm>
          <a:prstGeom prst="lin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743F08-6BC5-CE71-002B-89112A2D2193}"/>
              </a:ext>
            </a:extLst>
          </p:cNvPr>
          <p:cNvSpPr txBox="1"/>
          <p:nvPr/>
        </p:nvSpPr>
        <p:spPr>
          <a:xfrm rot="18900000">
            <a:off x="537185" y="2830901"/>
            <a:ext cx="3467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Robotic Automation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1145D5-7AD8-B82B-7694-0D9A1047ABA5}"/>
              </a:ext>
            </a:extLst>
          </p:cNvPr>
          <p:cNvSpPr txBox="1"/>
          <p:nvPr/>
        </p:nvSpPr>
        <p:spPr>
          <a:xfrm rot="18900000">
            <a:off x="8463482" y="3130454"/>
            <a:ext cx="2721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API Integration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7A991D-B2A6-8596-4E54-D6136E980AA8}"/>
              </a:ext>
            </a:extLst>
          </p:cNvPr>
          <p:cNvSpPr txBox="1"/>
          <p:nvPr/>
        </p:nvSpPr>
        <p:spPr>
          <a:xfrm rot="18900000">
            <a:off x="4482157" y="2898793"/>
            <a:ext cx="3286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Browser Emulation</a:t>
            </a: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BBBECFC-3974-F3C3-B94D-9C1E48FC637F}"/>
              </a:ext>
            </a:extLst>
          </p:cNvPr>
          <p:cNvSpPr/>
          <p:nvPr/>
        </p:nvSpPr>
        <p:spPr>
          <a:xfrm>
            <a:off x="1042367" y="5387926"/>
            <a:ext cx="7820269" cy="647114"/>
          </a:xfrm>
          <a:prstGeom prst="rtTriangl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053C73-A129-007F-EB53-A46D6665DAEC}"/>
              </a:ext>
            </a:extLst>
          </p:cNvPr>
          <p:cNvSpPr txBox="1"/>
          <p:nvPr/>
        </p:nvSpPr>
        <p:spPr>
          <a:xfrm>
            <a:off x="1042367" y="6137979"/>
            <a:ext cx="1600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Volatility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8BD0E24-7753-CA0B-EFB8-33C3877C7D62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243369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88C3F-DA50-CBB1-6C6A-C95A3599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095C-4765-0466-A49C-D67736DB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noProof="1"/>
              <a:t>Recommendation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3FD806-72C4-8E30-087D-734AF77F9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Preregister of cases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Warranty Check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Manufacturer Case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Automatic Chase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EDI spare parts ordering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Catalogue Platform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b="1" noProof="1"/>
              <a:t>Engourage suggestions and drive small improvements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Purchase Process for Spare Parts in Abacus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Cross-training for multiple roles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Prioritisation in automated BI Dashboard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000" noProof="1"/>
              <a:t>Standardised Packaging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300CC7-1174-8AD1-625E-D567A7C9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22</a:t>
            </a:fld>
            <a:endParaRPr lang="en-GB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3FD49E-CF41-F67F-C515-D7D87D6440DD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086257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6ECE-1DFE-0F13-B9C0-B272EA52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71C6-745D-A2A2-E522-79940062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Encourage</a:t>
            </a:r>
            <a:r>
              <a:rPr lang="en-GB" sz="7200" noProof="1"/>
              <a:t> suggestions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2AB5CA-98DA-07BF-26DF-4324824A7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200"/>
              </a:spcBef>
              <a:buNone/>
            </a:pPr>
            <a:r>
              <a:rPr lang="en-GB" b="1" noProof="1"/>
              <a:t>Why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</a:pPr>
            <a:r>
              <a:rPr lang="en-GB" noProof="1"/>
              <a:t>Accumulate small improvements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</a:pPr>
            <a:r>
              <a:rPr lang="en-GB" noProof="1"/>
              <a:t>Gain flexibility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CFE94B-2A6B-8D46-E17A-FF0F7A5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23</a:t>
            </a:fld>
            <a:endParaRPr lang="en-GB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5C78D0-21D1-301E-EE04-4AE8FB915E6D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88197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856A-0E82-5914-DC01-CF823438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D154-0432-6112-1696-65BA224A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Encourage</a:t>
            </a:r>
            <a:r>
              <a:rPr lang="en-GB" sz="7200" noProof="1"/>
              <a:t> suggestions</a:t>
            </a:r>
            <a:endParaRPr lang="en-GB" noProof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E95FB4-D21B-807A-215D-D64CF4621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11033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20000"/>
              </a:lnSpc>
              <a:spcBef>
                <a:spcPts val="2200"/>
              </a:spcBef>
              <a:buNone/>
            </a:pPr>
            <a:r>
              <a:rPr lang="en-GB" b="1" noProof="1"/>
              <a:t>How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</a:pPr>
            <a:r>
              <a:rPr lang="en-GB" noProof="1"/>
              <a:t>Implement Process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</a:pPr>
            <a:r>
              <a:rPr lang="en-GB" noProof="1"/>
              <a:t>Dedicate Ressources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</a:pPr>
            <a:r>
              <a:rPr lang="en-GB" noProof="1"/>
              <a:t>Train Employees</a:t>
            </a:r>
          </a:p>
          <a:p>
            <a:pPr>
              <a:lnSpc>
                <a:spcPct val="120000"/>
              </a:lnSpc>
              <a:spcBef>
                <a:spcPts val="2200"/>
              </a:spcBef>
              <a:buFontTx/>
              <a:buChar char="-"/>
            </a:pPr>
            <a:r>
              <a:rPr lang="en-GB" noProof="1"/>
              <a:t>Allow for failure, Celebrate Success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E9CF2-AFBF-B95B-024E-D807AF86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49C1B-2F09-E34C-BF2F-01A1A1E38837}" type="slidenum">
              <a:rPr lang="en-GB" noProof="1" smtClean="0"/>
              <a:t>24</a:t>
            </a:fld>
            <a:endParaRPr lang="en-GB" noProof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B6910A-9E1B-FA6E-8D0E-BC39715E42C3}"/>
              </a:ext>
            </a:extLst>
          </p:cNvPr>
          <p:cNvSpPr txBox="1">
            <a:spLocks/>
          </p:cNvSpPr>
          <p:nvPr/>
        </p:nvSpPr>
        <p:spPr>
          <a:xfrm rot="16200000">
            <a:off x="7578658" y="1635789"/>
            <a:ext cx="7744971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3800" spc="-300" noProof="1">
                <a:solidFill>
                  <a:schemeClr val="bg1">
                    <a:lumMod val="85000"/>
                  </a:schemeClr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903320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CB85-9E26-BD1B-BD59-3F4303DC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276A-2D7E-CCD6-3010-E6091E66A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023" y="185058"/>
            <a:ext cx="9742714" cy="6955971"/>
          </a:xfrm>
        </p:spPr>
        <p:txBody>
          <a:bodyPr anchor="t">
            <a:noAutofit/>
          </a:bodyPr>
          <a:lstStyle/>
          <a:p>
            <a:pPr algn="l"/>
            <a:r>
              <a:rPr lang="en-GB" sz="9600" b="0" noProof="1"/>
              <a:t>Computacenter</a:t>
            </a:r>
            <a:br>
              <a:rPr lang="en-GB" sz="9600" b="0" noProof="1"/>
            </a:br>
            <a:r>
              <a:rPr lang="en-GB" sz="9600" b="0" noProof="1"/>
              <a:t>Repair</a:t>
            </a:r>
            <a:br>
              <a:rPr lang="en-GB" sz="9600" b="0" noProof="1"/>
            </a:br>
            <a:r>
              <a:rPr lang="en-GB" sz="9600" b="0" noProof="1"/>
              <a:t>Process Optimisations</a:t>
            </a:r>
          </a:p>
          <a:p>
            <a:pPr algn="l"/>
            <a:endParaRPr lang="en-GB" sz="11000" b="0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671A5-1E22-6350-A7F2-DD27D4E06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107" y="5202238"/>
            <a:ext cx="10520515" cy="1655762"/>
          </a:xfrm>
        </p:spPr>
        <p:txBody>
          <a:bodyPr anchor="b"/>
          <a:lstStyle/>
          <a:p>
            <a:pPr algn="l"/>
            <a:r>
              <a:rPr lang="en-GB" noProof="1">
                <a:solidFill>
                  <a:schemeClr val="bg1">
                    <a:lumMod val="50000"/>
                  </a:schemeClr>
                </a:solidFill>
              </a:rPr>
              <a:t>BPM Team A11 · M. Shaw, P. Goyal, S. Gelli, T. Grünenfelder, V. R. Tella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8917D0-E35B-194D-2C59-76735B0F829C}"/>
              </a:ext>
            </a:extLst>
          </p:cNvPr>
          <p:cNvCxnSpPr/>
          <p:nvPr/>
        </p:nvCxnSpPr>
        <p:spPr>
          <a:xfrm>
            <a:off x="452487" y="480767"/>
            <a:ext cx="0" cy="648564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B57BF8-F3FA-EF12-6411-8223581687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7" b="23470"/>
          <a:stretch/>
        </p:blipFill>
        <p:spPr bwMode="auto">
          <a:xfrm>
            <a:off x="9520175" y="109728"/>
            <a:ext cx="2376055" cy="83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11">
            <a:extLst>
              <a:ext uri="{FF2B5EF4-FFF2-40B4-BE49-F238E27FC236}">
                <a16:creationId xmlns:a16="http://schemas.microsoft.com/office/drawing/2014/main" id="{C3A84C2B-586F-85BB-B1C6-453201884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3280" y="941660"/>
            <a:ext cx="1571760" cy="424800"/>
          </a:xfrm>
          <a:prstGeom prst="rect">
            <a:avLst/>
          </a:prstGeom>
        </p:spPr>
      </p:pic>
      <p:pic>
        <p:nvPicPr>
          <p:cNvPr id="6" name="Grafik 6">
            <a:extLst>
              <a:ext uri="{FF2B5EF4-FFF2-40B4-BE49-F238E27FC236}">
                <a16:creationId xmlns:a16="http://schemas.microsoft.com/office/drawing/2014/main" id="{6B5EF2CF-BAE3-FD54-EF26-3BC1089E8C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91260" y="1555593"/>
            <a:ext cx="1263780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0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C792EA4502F204690E80090212237B4" ma:contentTypeVersion="4" ma:contentTypeDescription="Ein neues Dokument erstellen." ma:contentTypeScope="" ma:versionID="70e6ca5375e1a27ae28faa500785a551">
  <xsd:schema xmlns:xsd="http://www.w3.org/2001/XMLSchema" xmlns:xs="http://www.w3.org/2001/XMLSchema" xmlns:p="http://schemas.microsoft.com/office/2006/metadata/properties" xmlns:ns2="9fbc1a75-e1c3-447e-a2d5-10846d579dfb" targetNamespace="http://schemas.microsoft.com/office/2006/metadata/properties" ma:root="true" ma:fieldsID="7449fd7ea750fefe08d4bb4d23e0b2f0" ns2:_="">
    <xsd:import namespace="9fbc1a75-e1c3-447e-a2d5-10846d579d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bc1a75-e1c3-447e-a2d5-10846d579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7F319B-F401-49CF-B09A-E796D348697B}">
  <ds:schemaRefs>
    <ds:schemaRef ds:uri="9fbc1a75-e1c3-447e-a2d5-10846d579d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5D6A017-71AB-4AAA-A63F-BA8F6CE71216}">
  <ds:schemaRefs>
    <ds:schemaRef ds:uri="9fbc1a75-e1c3-447e-a2d5-10846d579d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DF7951A-606C-46B9-8C79-03EB780E3F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FHNW_Slides_Template</Template>
  <Application>Microsoft Office PowerPoint</Application>
  <PresentationFormat>Widescreen</PresentationFormat>
  <Slides>25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Computacenter Repair Process Optimisations</vt:lpstr>
      <vt:lpstr>Overview</vt:lpstr>
      <vt:lpstr>Case</vt:lpstr>
      <vt:lpstr>Computacenter</vt:lpstr>
      <vt:lpstr>Repair-Process</vt:lpstr>
      <vt:lpstr>Painpoints</vt:lpstr>
      <vt:lpstr>Solution</vt:lpstr>
      <vt:lpstr>Approach</vt:lpstr>
      <vt:lpstr>Approach</vt:lpstr>
      <vt:lpstr>Approach</vt:lpstr>
      <vt:lpstr>Recommendation</vt:lpstr>
      <vt:lpstr>Recommendation</vt:lpstr>
      <vt:lpstr>Automatic warranty check</vt:lpstr>
      <vt:lpstr>Automatic warranty check</vt:lpstr>
      <vt:lpstr>Automatic warranty check</vt:lpstr>
      <vt:lpstr>Automatic warranty check</vt:lpstr>
      <vt:lpstr>Automatic warranty check</vt:lpstr>
      <vt:lpstr>Automatic warranty check</vt:lpstr>
      <vt:lpstr>Automatic warranty check</vt:lpstr>
      <vt:lpstr>Automatic warranty check</vt:lpstr>
      <vt:lpstr>Automatic warranty check</vt:lpstr>
      <vt:lpstr>Recommendation</vt:lpstr>
      <vt:lpstr>Encourage suggestions</vt:lpstr>
      <vt:lpstr>Encourage suggestions</vt:lpstr>
      <vt:lpstr>Computacenter Repair Process Optimisations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Organizational Culture for Information Security</dc:title>
  <dc:creator>Timo Grünenfelder (s)</dc:creator>
  <cp:revision>1</cp:revision>
  <cp:lastPrinted>2022-11-17T12:02:22Z</cp:lastPrinted>
  <dcterms:created xsi:type="dcterms:W3CDTF">2022-01-03T18:15:17Z</dcterms:created>
  <dcterms:modified xsi:type="dcterms:W3CDTF">2024-12-21T06:50:39Z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0x0101004C792EA4502F204690E80090212237B4</vt:lpwstr>
  </property>
</Properties>
</file>